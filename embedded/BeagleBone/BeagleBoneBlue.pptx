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8" r:id="rId4"/>
    <p:sldId id="264" r:id="rId5"/>
    <p:sldId id="257" r:id="rId6"/>
    <p:sldId id="259" r:id="rId7"/>
    <p:sldId id="261" r:id="rId8"/>
    <p:sldId id="265" r:id="rId9"/>
    <p:sldId id="262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9" d="100"/>
          <a:sy n="159" d="100"/>
        </p:scale>
        <p:origin x="34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D5A0D-32F9-42A2-946C-433A90366567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8EFAC-D507-4007-9634-FDE202E639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006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D5A0D-32F9-42A2-946C-433A90366567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8EFAC-D507-4007-9634-FDE202E639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22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D5A0D-32F9-42A2-946C-433A90366567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8EFAC-D507-4007-9634-FDE202E639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169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D5A0D-32F9-42A2-946C-433A90366567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8EFAC-D507-4007-9634-FDE202E639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872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D5A0D-32F9-42A2-946C-433A90366567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8EFAC-D507-4007-9634-FDE202E639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2959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D5A0D-32F9-42A2-946C-433A90366567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8EFAC-D507-4007-9634-FDE202E639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124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D5A0D-32F9-42A2-946C-433A90366567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8EFAC-D507-4007-9634-FDE202E639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274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D5A0D-32F9-42A2-946C-433A90366567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8EFAC-D507-4007-9634-FDE202E639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634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D5A0D-32F9-42A2-946C-433A90366567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8EFAC-D507-4007-9634-FDE202E639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587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D5A0D-32F9-42A2-946C-433A90366567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8EFAC-D507-4007-9634-FDE202E639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674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D5A0D-32F9-42A2-946C-433A90366567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8EFAC-D507-4007-9634-FDE202E639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415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AD5A0D-32F9-42A2-946C-433A90366567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F8EFAC-D507-4007-9634-FDE202E639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83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192.168.8.1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enaissancerobotics.com/BeagleboneBlue.htm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subscription.packtpub.com/book/hardware-and-creative/9781788293136/5/05lvl1sec28/connecting-your-usb-camera-to-your-beaglebone-blue-and-viewing-the-image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BeagleBone</a:t>
            </a:r>
            <a:r>
              <a:rPr lang="en-US" smtClean="0"/>
              <a:t> Blue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545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static.electronicsweekly.com/wp-content/uploads/2017/03/14115552/22mar17BeagleBone-Blue-Mouser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846" y="79524"/>
            <a:ext cx="9126416" cy="6728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8981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Power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A/C </a:t>
            </a:r>
            <a:r>
              <a:rPr lang="en-US" dirty="0" err="1" smtClean="0"/>
              <a:t>outler</a:t>
            </a:r>
            <a:r>
              <a:rPr lang="en-US" dirty="0" smtClean="0"/>
              <a:t> power: 12V supply **BUT motors will be weak and servos will barely move if at all!!</a:t>
            </a:r>
          </a:p>
          <a:p>
            <a:pPr lvl="1"/>
            <a:r>
              <a:rPr lang="en-US" sz="2000" dirty="0" smtClean="0"/>
              <a:t>but good for installing packages (usually takes a long time, battery could run out)</a:t>
            </a:r>
          </a:p>
          <a:p>
            <a:r>
              <a:rPr lang="en-US" dirty="0" smtClean="0"/>
              <a:t>Better connection: to 2S 7.4V battery using this connector:</a:t>
            </a:r>
          </a:p>
          <a:p>
            <a:endParaRPr lang="en-US" dirty="0" smtClean="0"/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999" y="3630529"/>
            <a:ext cx="3051216" cy="43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212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Connecting to </a:t>
            </a:r>
            <a:r>
              <a:rPr lang="en-US" dirty="0" err="1" smtClean="0"/>
              <a:t>BeagleBone</a:t>
            </a:r>
            <a:r>
              <a:rPr lang="en-US" dirty="0" smtClean="0"/>
              <a:t> terminal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Connect to the </a:t>
            </a:r>
            <a:r>
              <a:rPr lang="en-US" dirty="0" err="1" smtClean="0"/>
              <a:t>BeagleBone’s</a:t>
            </a:r>
            <a:r>
              <a:rPr lang="en-US" dirty="0" smtClean="0"/>
              <a:t> </a:t>
            </a:r>
            <a:r>
              <a:rPr lang="en-US" dirty="0" err="1" smtClean="0"/>
              <a:t>WiFi</a:t>
            </a:r>
            <a:r>
              <a:rPr lang="en-US" dirty="0" smtClean="0"/>
              <a:t> service</a:t>
            </a:r>
          </a:p>
          <a:p>
            <a:pPr lvl="1"/>
            <a:r>
              <a:rPr lang="en-US" dirty="0" smtClean="0"/>
              <a:t>Password: </a:t>
            </a:r>
            <a:r>
              <a:rPr lang="en-US" dirty="0" err="1" smtClean="0"/>
              <a:t>BeagleBone</a:t>
            </a:r>
            <a:endParaRPr lang="en-US" dirty="0" smtClean="0"/>
          </a:p>
          <a:p>
            <a:pPr lvl="1"/>
            <a:r>
              <a:rPr lang="en-US" dirty="0" smtClean="0"/>
              <a:t>SSH into 192.168.8.1</a:t>
            </a:r>
          </a:p>
          <a:p>
            <a:pPr lvl="2"/>
            <a:r>
              <a:rPr lang="en-US" dirty="0" smtClean="0"/>
              <a:t>If connecting thru serial cable it’s 192.168.7.2</a:t>
            </a:r>
          </a:p>
          <a:p>
            <a:pPr lvl="2"/>
            <a:r>
              <a:rPr lang="en-US" dirty="0" smtClean="0"/>
              <a:t>If connecting from Linux/Mac it’s 192.168.6.2</a:t>
            </a:r>
          </a:p>
          <a:p>
            <a:pPr lvl="1"/>
            <a:r>
              <a:rPr lang="en-US" dirty="0" smtClean="0"/>
              <a:t>If in browser, can also go to 192.168.8.1 to bring up terminal thru HTTP.</a:t>
            </a:r>
          </a:p>
          <a:p>
            <a:r>
              <a:rPr lang="en-US" dirty="0" smtClean="0"/>
              <a:t>If you connect to two different </a:t>
            </a:r>
            <a:r>
              <a:rPr lang="en-US" dirty="0" err="1" smtClean="0"/>
              <a:t>BeagleBones</a:t>
            </a:r>
            <a:r>
              <a:rPr lang="en-US" dirty="0" smtClean="0"/>
              <a:t> it gives ‘Remote Host Identification has changed’ error. To fix:</a:t>
            </a:r>
          </a:p>
          <a:p>
            <a:pPr lvl="1"/>
            <a:r>
              <a:rPr lang="en-US" dirty="0" err="1"/>
              <a:t>ssh-keygen</a:t>
            </a:r>
            <a:r>
              <a:rPr lang="en-US" dirty="0"/>
              <a:t> -R 192.168.8.1</a:t>
            </a:r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524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Connecting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 </a:t>
            </a:r>
            <a:r>
              <a:rPr lang="en-US" dirty="0" err="1" smtClean="0"/>
              <a:t>BeagleBone</a:t>
            </a:r>
            <a:r>
              <a:rPr lang="en-US" dirty="0" smtClean="0"/>
              <a:t> has two </a:t>
            </a:r>
            <a:r>
              <a:rPr lang="en-US" dirty="0" err="1" smtClean="0"/>
              <a:t>Wifi</a:t>
            </a:r>
            <a:r>
              <a:rPr lang="en-US" dirty="0" smtClean="0"/>
              <a:t> adapters, one is used as </a:t>
            </a:r>
            <a:r>
              <a:rPr lang="en-US" dirty="0" err="1" smtClean="0"/>
              <a:t>WiFi</a:t>
            </a:r>
            <a:r>
              <a:rPr lang="en-US" dirty="0" smtClean="0"/>
              <a:t> server named something like BeagleBone-CB0B</a:t>
            </a:r>
          </a:p>
          <a:p>
            <a:pPr lvl="1"/>
            <a:r>
              <a:rPr lang="en-US" dirty="0" smtClean="0"/>
              <a:t>SSH into 192.168.8.1  username: </a:t>
            </a:r>
            <a:r>
              <a:rPr lang="en-US" dirty="0" err="1" smtClean="0"/>
              <a:t>debian</a:t>
            </a:r>
            <a:r>
              <a:rPr lang="en-US" dirty="0" smtClean="0"/>
              <a:t>  password: </a:t>
            </a:r>
            <a:r>
              <a:rPr lang="en-US" dirty="0" err="1" smtClean="0"/>
              <a:t>temppwd</a:t>
            </a:r>
            <a:r>
              <a:rPr lang="en-US" dirty="0" smtClean="0"/>
              <a:t> / blick77</a:t>
            </a:r>
          </a:p>
          <a:p>
            <a:pPr lvl="2"/>
            <a:r>
              <a:rPr lang="en-US" dirty="0"/>
              <a:t>Thru serial </a:t>
            </a:r>
            <a:r>
              <a:rPr lang="en-US" dirty="0" smtClean="0"/>
              <a:t>cable: 192.168.7.2 (on Mac 192.168.6.2)</a:t>
            </a:r>
          </a:p>
          <a:p>
            <a:pPr lvl="2"/>
            <a:r>
              <a:rPr lang="en-US" dirty="0" smtClean="0"/>
              <a:t>You can open AS MANY SSH connections as you want!</a:t>
            </a:r>
          </a:p>
          <a:p>
            <a:r>
              <a:rPr lang="en-US" dirty="0" smtClean="0"/>
              <a:t>Copy files using SCP: </a:t>
            </a:r>
            <a:r>
              <a:rPr lang="en-US" dirty="0" err="1" smtClean="0"/>
              <a:t>scp</a:t>
            </a:r>
            <a:r>
              <a:rPr lang="en-US" dirty="0" smtClean="0"/>
              <a:t> 192.168.8.1:/home/</a:t>
            </a:r>
            <a:r>
              <a:rPr lang="en-US" dirty="0" err="1" smtClean="0"/>
              <a:t>debian</a:t>
            </a:r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…</a:t>
            </a:r>
          </a:p>
          <a:p>
            <a:pPr lvl="1"/>
            <a:r>
              <a:rPr lang="en-US" dirty="0" smtClean="0"/>
              <a:t>'Remote </a:t>
            </a:r>
            <a:r>
              <a:rPr lang="en-US" dirty="0"/>
              <a:t>Host Identification has changed' </a:t>
            </a:r>
            <a:r>
              <a:rPr lang="en-US" dirty="0" smtClean="0"/>
              <a:t>error - delete old key and try again (caused by multiple </a:t>
            </a:r>
            <a:r>
              <a:rPr lang="en-US" dirty="0" err="1" smtClean="0"/>
              <a:t>BeagleBones</a:t>
            </a:r>
            <a:r>
              <a:rPr lang="en-US" dirty="0" smtClean="0"/>
              <a:t> with same ID):</a:t>
            </a:r>
          </a:p>
          <a:p>
            <a:pPr lvl="2"/>
            <a:r>
              <a:rPr lang="en-US" dirty="0" err="1">
                <a:solidFill>
                  <a:srgbClr val="FF0000"/>
                </a:solidFill>
              </a:rPr>
              <a:t>ssh-keygen</a:t>
            </a:r>
            <a:r>
              <a:rPr lang="en-US" dirty="0">
                <a:solidFill>
                  <a:srgbClr val="FF0000"/>
                </a:solidFill>
              </a:rPr>
              <a:t> -R </a:t>
            </a:r>
            <a:r>
              <a:rPr lang="en-US" dirty="0" smtClean="0">
                <a:solidFill>
                  <a:srgbClr val="FF0000"/>
                </a:solidFill>
              </a:rPr>
              <a:t>192.168.8.1</a:t>
            </a:r>
          </a:p>
          <a:p>
            <a:r>
              <a:rPr lang="en-US" dirty="0" smtClean="0">
                <a:hlinkClick r:id="rId2"/>
              </a:rPr>
              <a:t>http://192.168.8.1</a:t>
            </a:r>
            <a:r>
              <a:rPr lang="en-US" dirty="0" smtClean="0"/>
              <a:t> to use Cloud9 web interface</a:t>
            </a:r>
          </a:p>
          <a:p>
            <a:endParaRPr lang="en-US" dirty="0" smtClean="0"/>
          </a:p>
          <a:p>
            <a:endParaRPr lang="en-US" dirty="0" smtClean="0"/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87321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Dual </a:t>
            </a:r>
            <a:r>
              <a:rPr lang="en-US" dirty="0" err="1" smtClean="0"/>
              <a:t>WiFi</a:t>
            </a:r>
            <a:r>
              <a:rPr lang="en-US" dirty="0" smtClean="0"/>
              <a:t> adapters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Acts as </a:t>
            </a:r>
            <a:r>
              <a:rPr lang="en-US" dirty="0" err="1" smtClean="0"/>
              <a:t>WiFi</a:t>
            </a:r>
            <a:r>
              <a:rPr lang="en-US" dirty="0" smtClean="0"/>
              <a:t> server as well as can connect to internet</a:t>
            </a:r>
          </a:p>
          <a:p>
            <a:r>
              <a:rPr lang="en-US" dirty="0" smtClean="0"/>
              <a:t>Use </a:t>
            </a:r>
            <a:r>
              <a:rPr lang="en-US" dirty="0" err="1" smtClean="0"/>
              <a:t>connmanctl</a:t>
            </a:r>
            <a:r>
              <a:rPr lang="en-US" dirty="0" smtClean="0"/>
              <a:t> to setup </a:t>
            </a:r>
            <a:r>
              <a:rPr lang="en-US" dirty="0" err="1" smtClean="0"/>
              <a:t>WiFi</a:t>
            </a:r>
            <a:r>
              <a:rPr lang="en-US" dirty="0" smtClean="0"/>
              <a:t>, in console type these commands:</a:t>
            </a:r>
          </a:p>
          <a:p>
            <a:pPr lvl="1"/>
            <a:r>
              <a:rPr lang="en-US" dirty="0"/>
              <a:t>enable </a:t>
            </a:r>
            <a:r>
              <a:rPr lang="en-US" dirty="0" err="1"/>
              <a:t>wifi</a:t>
            </a:r>
            <a:endParaRPr lang="en-US" dirty="0"/>
          </a:p>
          <a:p>
            <a:pPr lvl="1"/>
            <a:r>
              <a:rPr lang="en-US" dirty="0"/>
              <a:t>tether </a:t>
            </a:r>
            <a:r>
              <a:rPr lang="en-US" dirty="0" err="1"/>
              <a:t>wifi</a:t>
            </a:r>
            <a:r>
              <a:rPr lang="en-US" dirty="0"/>
              <a:t> disable</a:t>
            </a:r>
          </a:p>
          <a:p>
            <a:pPr lvl="1"/>
            <a:r>
              <a:rPr lang="en-US" dirty="0"/>
              <a:t>agent on</a:t>
            </a:r>
          </a:p>
          <a:p>
            <a:pPr lvl="1"/>
            <a:r>
              <a:rPr lang="en-US" dirty="0"/>
              <a:t>scan </a:t>
            </a:r>
            <a:r>
              <a:rPr lang="en-US" dirty="0" err="1"/>
              <a:t>wifi</a:t>
            </a:r>
            <a:r>
              <a:rPr lang="en-US" dirty="0"/>
              <a:t>   (*need to wait until these come back with response)</a:t>
            </a:r>
          </a:p>
          <a:p>
            <a:pPr lvl="1"/>
            <a:r>
              <a:rPr lang="en-US" dirty="0"/>
              <a:t>services</a:t>
            </a:r>
          </a:p>
          <a:p>
            <a:pPr lvl="1"/>
            <a:r>
              <a:rPr lang="en-US" dirty="0"/>
              <a:t>connect </a:t>
            </a:r>
            <a:r>
              <a:rPr lang="en-US" dirty="0" err="1"/>
              <a:t>wifi_XXX</a:t>
            </a:r>
            <a:endParaRPr lang="en-US" dirty="0"/>
          </a:p>
          <a:p>
            <a:pPr lvl="1"/>
            <a:r>
              <a:rPr lang="en-US" dirty="0"/>
              <a:t>e</a:t>
            </a:r>
            <a:r>
              <a:rPr lang="en-US" dirty="0" smtClean="0"/>
              <a:t>xit</a:t>
            </a:r>
          </a:p>
          <a:p>
            <a:pPr lvl="1"/>
            <a:r>
              <a:rPr lang="en-US" dirty="0" smtClean="0"/>
              <a:t>*might take some seconds to actually connect. ping doesn’t work, so just try </a:t>
            </a:r>
            <a:r>
              <a:rPr lang="en-US" dirty="0" err="1" smtClean="0"/>
              <a:t>sudo</a:t>
            </a:r>
            <a:r>
              <a:rPr lang="en-US" dirty="0" smtClean="0"/>
              <a:t> apt update.</a:t>
            </a:r>
            <a:endParaRPr lang="en-US" dirty="0"/>
          </a:p>
          <a:p>
            <a:pPr lvl="1"/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615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Updating the 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 smtClean="0"/>
              <a:t>BeagleBone</a:t>
            </a:r>
            <a:r>
              <a:rPr lang="en-US" dirty="0" smtClean="0"/>
              <a:t> Blue has 4GB </a:t>
            </a:r>
            <a:r>
              <a:rPr lang="en-US" dirty="0" err="1" smtClean="0"/>
              <a:t>eMMC</a:t>
            </a:r>
            <a:r>
              <a:rPr lang="en-US" dirty="0" smtClean="0"/>
              <a:t> (and 512MB DDR3 memory)</a:t>
            </a:r>
          </a:p>
          <a:p>
            <a:r>
              <a:rPr lang="en-US" dirty="0" smtClean="0"/>
              <a:t>The SD Card can be used to flash/replace the </a:t>
            </a:r>
            <a:r>
              <a:rPr lang="en-US" dirty="0" err="1" smtClean="0"/>
              <a:t>eMMC</a:t>
            </a:r>
            <a:endParaRPr lang="en-US" dirty="0" smtClean="0"/>
          </a:p>
          <a:p>
            <a:pPr lvl="1"/>
            <a:r>
              <a:rPr lang="en-US" dirty="0" smtClean="0"/>
              <a:t>Use </a:t>
            </a:r>
            <a:r>
              <a:rPr lang="en-US" dirty="0" err="1" smtClean="0"/>
              <a:t>EduMIP</a:t>
            </a:r>
            <a:r>
              <a:rPr lang="en-US" dirty="0" smtClean="0"/>
              <a:t> version on blue Lexar SD Card</a:t>
            </a:r>
          </a:p>
          <a:p>
            <a:pPr lvl="1"/>
            <a:r>
              <a:rPr lang="en-US" dirty="0" smtClean="0"/>
              <a:t>If the SD Card is a ‘flasher’ version you don’t even need to hold down the flash button.</a:t>
            </a:r>
          </a:p>
          <a:p>
            <a:pPr lvl="1"/>
            <a:r>
              <a:rPr lang="en-US" dirty="0" smtClean="0"/>
              <a:t>If it’s flashing it will cycle LEDs in a </a:t>
            </a:r>
            <a:r>
              <a:rPr lang="en-US" dirty="0" err="1" smtClean="0"/>
              <a:t>cyclon</a:t>
            </a:r>
            <a:r>
              <a:rPr lang="en-US" dirty="0" smtClean="0"/>
              <a:t> fashion back and forth.</a:t>
            </a:r>
          </a:p>
          <a:p>
            <a:pPr lvl="2"/>
            <a:r>
              <a:rPr lang="en-US" dirty="0" err="1" smtClean="0"/>
              <a:t>Once’s</a:t>
            </a:r>
            <a:r>
              <a:rPr lang="en-US" dirty="0" smtClean="0"/>
              <a:t> it done it will auto-shut itself down (and no more LEDs cycling).</a:t>
            </a:r>
          </a:p>
          <a:p>
            <a:pPr lvl="1"/>
            <a:r>
              <a:rPr lang="en-US" dirty="0" smtClean="0"/>
              <a:t>Take the SD card out (so it doesn’t do it again) and reboot.</a:t>
            </a:r>
          </a:p>
          <a:p>
            <a:r>
              <a:rPr lang="en-US" dirty="0" smtClean="0"/>
              <a:t>To create a new flasher SD Card from the current </a:t>
            </a:r>
            <a:r>
              <a:rPr lang="en-US" dirty="0" err="1" smtClean="0"/>
              <a:t>eMMC</a:t>
            </a:r>
            <a:r>
              <a:rPr lang="en-US" dirty="0" smtClean="0"/>
              <a:t>:</a:t>
            </a:r>
          </a:p>
          <a:p>
            <a:pPr lvl="1"/>
            <a:r>
              <a:rPr lang="en-US" sz="2000" dirty="0"/>
              <a:t>/opt/scripts/tools/eMMC/beaglebone-black-make-microSD-flasher-from-eMMC.sh</a:t>
            </a:r>
            <a:endParaRPr lang="en-US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0204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Setup OS onto internal Flash memory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Burn ‘flasher’ image onto SD card</a:t>
            </a:r>
          </a:p>
          <a:p>
            <a:pPr lvl="1"/>
            <a:r>
              <a:rPr lang="en-US" dirty="0" smtClean="0"/>
              <a:t>Use </a:t>
            </a:r>
            <a:r>
              <a:rPr lang="en-US" dirty="0" err="1" smtClean="0"/>
              <a:t>EduMIP</a:t>
            </a:r>
            <a:r>
              <a:rPr lang="en-US" dirty="0" smtClean="0"/>
              <a:t> flasher image to get the ‘</a:t>
            </a:r>
            <a:r>
              <a:rPr lang="en-US" dirty="0" err="1" smtClean="0"/>
              <a:t>libcontrol</a:t>
            </a:r>
            <a:r>
              <a:rPr lang="en-US" dirty="0" smtClean="0"/>
              <a:t>’ installed correctly.</a:t>
            </a:r>
          </a:p>
          <a:p>
            <a:pPr lvl="2"/>
            <a:r>
              <a:rPr lang="en-US">
                <a:hlinkClick r:id="rId2"/>
              </a:rPr>
              <a:t>https://</a:t>
            </a:r>
            <a:r>
              <a:rPr lang="en-US" smtClean="0">
                <a:hlinkClick r:id="rId2"/>
              </a:rPr>
              <a:t>www.renaissancerobotics.com/BeagleboneBlue.html</a:t>
            </a:r>
            <a:endParaRPr lang="en-US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13234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USB Camera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subscription.packtpub.com/book/hardware-and-creative/9781788293136/5/05lvl1sec28/connecting-your-usb-camera-to-your-beaglebone-blue-and-viewing-the-images</a:t>
            </a:r>
            <a:endParaRPr lang="en-US" dirty="0" smtClean="0"/>
          </a:p>
          <a:p>
            <a:r>
              <a:rPr lang="en-US" dirty="0" smtClean="0"/>
              <a:t>Check if camera is present:</a:t>
            </a:r>
          </a:p>
          <a:p>
            <a:pPr lvl="1"/>
            <a:r>
              <a:rPr lang="en-US" dirty="0" err="1" smtClean="0"/>
              <a:t>lsusb</a:t>
            </a:r>
            <a:endParaRPr lang="en-US" dirty="0" smtClean="0"/>
          </a:p>
          <a:p>
            <a:pPr lvl="1"/>
            <a:r>
              <a:rPr lang="en-US" dirty="0" smtClean="0"/>
              <a:t>cd /dev; ls video*</a:t>
            </a:r>
          </a:p>
          <a:p>
            <a:pPr lvl="2"/>
            <a:r>
              <a:rPr lang="en-US" dirty="0" smtClean="0"/>
              <a:t>It should show up as video0 or similar</a:t>
            </a:r>
          </a:p>
          <a:p>
            <a:r>
              <a:rPr lang="en-US" dirty="0" smtClean="0"/>
              <a:t>Compatible cameras:</a:t>
            </a:r>
          </a:p>
          <a:p>
            <a:pPr lvl="1"/>
            <a:r>
              <a:rPr lang="en-US" dirty="0"/>
              <a:t>Logitech C270: </a:t>
            </a:r>
            <a:r>
              <a:rPr lang="en-US" dirty="0" smtClean="0"/>
              <a:t>720p</a:t>
            </a:r>
          </a:p>
          <a:p>
            <a:pPr lvl="1"/>
            <a:r>
              <a:rPr lang="en-US" dirty="0"/>
              <a:t>Logitech C310: 720p</a:t>
            </a:r>
            <a:endParaRPr lang="en-US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681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Wireless Controller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651207"/>
            <a:ext cx="10515600" cy="3525755"/>
          </a:xfrm>
        </p:spPr>
        <p:txBody>
          <a:bodyPr/>
          <a:lstStyle/>
          <a:p>
            <a:r>
              <a:rPr lang="en-US" dirty="0"/>
              <a:t>Works with </a:t>
            </a:r>
            <a:r>
              <a:rPr lang="en-US" dirty="0" smtClean="0"/>
              <a:t>\joes_robot_control\JoystickToRobotTmp.py</a:t>
            </a:r>
            <a:endParaRPr lang="en-US" dirty="0"/>
          </a:p>
          <a:p>
            <a:r>
              <a:rPr lang="en-US" dirty="0" smtClean="0"/>
              <a:t>To install driver:</a:t>
            </a:r>
          </a:p>
          <a:p>
            <a:pPr lvl="1"/>
            <a:r>
              <a:rPr lang="en-US" dirty="0" smtClean="0"/>
              <a:t>pip3 install </a:t>
            </a:r>
            <a:r>
              <a:rPr lang="en-US" dirty="0" err="1" smtClean="0"/>
              <a:t>evdev</a:t>
            </a:r>
            <a:endParaRPr lang="en-US" dirty="0" smtClean="0"/>
          </a:p>
          <a:p>
            <a:pPr lvl="2"/>
            <a:r>
              <a:rPr lang="en-US" dirty="0" smtClean="0"/>
              <a:t>Really need </a:t>
            </a:r>
            <a:r>
              <a:rPr lang="en-US" dirty="0" err="1" smtClean="0"/>
              <a:t>sudo</a:t>
            </a:r>
            <a:r>
              <a:rPr lang="en-US" dirty="0" smtClean="0"/>
              <a:t> pip3 install </a:t>
            </a:r>
            <a:r>
              <a:rPr lang="en-US" dirty="0" err="1" smtClean="0"/>
              <a:t>evdev</a:t>
            </a:r>
            <a:r>
              <a:rPr lang="en-US" dirty="0"/>
              <a:t> </a:t>
            </a:r>
            <a:r>
              <a:rPr lang="en-US" dirty="0" smtClean="0"/>
              <a:t> - it requires </a:t>
            </a:r>
            <a:r>
              <a:rPr lang="en-US" dirty="0" err="1" smtClean="0"/>
              <a:t>sudo</a:t>
            </a:r>
            <a:r>
              <a:rPr lang="en-US" dirty="0" smtClean="0"/>
              <a:t> anyways to access /dev/input/event1</a:t>
            </a:r>
          </a:p>
          <a:p>
            <a:r>
              <a:rPr lang="en-US" dirty="0" smtClean="0"/>
              <a:t>No battery, needs to be plugged into </a:t>
            </a:r>
            <a:r>
              <a:rPr lang="en-US" dirty="0" err="1" smtClean="0"/>
              <a:t>microUSB</a:t>
            </a:r>
            <a:r>
              <a:rPr lang="en-US" dirty="0" smtClean="0"/>
              <a:t>!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574" y="1479633"/>
            <a:ext cx="1533525" cy="117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099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</TotalTime>
  <Words>506</Words>
  <Application>Microsoft Office PowerPoint</Application>
  <PresentationFormat>Widescreen</PresentationFormat>
  <Paragraphs>64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BeagleBone Blue</vt:lpstr>
      <vt:lpstr>PowerPoint Presentation</vt:lpstr>
      <vt:lpstr>Power</vt:lpstr>
      <vt:lpstr>Connecting to BeagleBone terminal</vt:lpstr>
      <vt:lpstr>Connecting</vt:lpstr>
      <vt:lpstr>Dual WiFi adapters</vt:lpstr>
      <vt:lpstr>Updating the OS</vt:lpstr>
      <vt:lpstr>Setup OS onto internal Flash memory</vt:lpstr>
      <vt:lpstr>USB Camera</vt:lpstr>
      <vt:lpstr>Wireless Controller</vt:lpstr>
    </vt:vector>
  </TitlesOfParts>
  <Company>HP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BeagleBone Blue</dc:title>
  <dc:creator>Microsoft account</dc:creator>
  <cp:lastModifiedBy>guy</cp:lastModifiedBy>
  <cp:revision>57</cp:revision>
  <dcterms:created xsi:type="dcterms:W3CDTF">2024-12-19T17:02:44Z</dcterms:created>
  <dcterms:modified xsi:type="dcterms:W3CDTF">2025-06-13T19:34:33Z</dcterms:modified>
</cp:coreProperties>
</file>