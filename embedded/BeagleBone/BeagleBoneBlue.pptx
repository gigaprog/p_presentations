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3" r:id="rId3"/>
    <p:sldId id="258" r:id="rId4"/>
    <p:sldId id="266" r:id="rId5"/>
    <p:sldId id="267" r:id="rId6"/>
    <p:sldId id="264" r:id="rId7"/>
    <p:sldId id="257" r:id="rId8"/>
    <p:sldId id="259" r:id="rId9"/>
    <p:sldId id="268" r:id="rId10"/>
    <p:sldId id="271" r:id="rId11"/>
    <p:sldId id="261" r:id="rId12"/>
    <p:sldId id="265" r:id="rId13"/>
    <p:sldId id="262" r:id="rId14"/>
    <p:sldId id="260" r:id="rId15"/>
    <p:sldId id="269" r:id="rId16"/>
    <p:sldId id="270" r:id="rId17"/>
  </p:sldIdLst>
  <p:sldSz cx="12192000" cy="68580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smNativeData">
      <pr:smAppRevision xmlns="smNativeData" xmlns:pr="smNativeData" xmlns:p15="http://schemas.microsoft.com/office/powerpoint/2012/main" xmlns:p14="http://schemas.microsoft.com/office/powerpoint/2010/main" xmlns:mc="http://schemas.openxmlformats.org/markup-compatibility/2006" dt="1773058580" val="1228" revOS="4"/>
      <pr:smFileRevision xmlns="smNativeData" xmlns:pr="smNativeData" xmlns:p15="http://schemas.microsoft.com/office/powerpoint/2012/main" xmlns:p14="http://schemas.microsoft.com/office/powerpoint/2010/main" xmlns:mc="http://schemas.openxmlformats.org/markup-compatibility/2006" dt="1773058580" val="101"/>
      <pr:guideOptions xmlns="smNativeData" xmlns:pr="smNativeData" xmlns:p15="http://schemas.microsoft.com/office/powerpoint/2012/main" xmlns:p14="http://schemas.microsoft.com/office/powerpoint/2010/main" xmlns:mc="http://schemas.openxmlformats.org/markup-compatibility/2006" dt="1773058580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37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" d="100"/>
        <a:sy n="15" d="100"/>
      </p:scale>
      <p:origin x="0" y="0"/>
    </p:cViewPr>
  </p:sorterViewPr>
  <p:notesViewPr>
    <p:cSldViewPr snapToGrid="0">
      <p:cViewPr>
        <p:scale>
          <a:sx n="70" d="100"/>
          <a:sy n="70" d="100"/>
        </p:scale>
        <p:origin x="384" y="5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AkAAOgGAACgQQAAmBUAABAAAAAmAAAACAAAAIGAAAAAAAAA"/>
              </a:ext>
            </a:extLst>
          </p:cNvSpPr>
          <p:nvPr>
            <p:ph type="ctrTitle"/>
          </p:nvPr>
        </p:nvSpPr>
        <p:spPr>
          <a:xfrm>
            <a:off x="1524000" y="1122680"/>
            <a:ext cx="9144000" cy="23876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ctr">
              <a:defRPr lang="en-US" sz="60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xpY2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AkAACkWAACgQQAAWCAAABAAAAAmAAAACAAAAAGAAAAAAAAA"/>
              </a:ext>
            </a:extLst>
          </p:cNvSpPr>
          <p:nvPr>
            <p:ph type="subTitle" idx="1"/>
          </p:nvPr>
        </p:nvSpPr>
        <p:spPr>
          <a:xfrm>
            <a:off x="1524000" y="3602355"/>
            <a:ext cx="9144000" cy="1655445"/>
          </a:xfrm>
        </p:spPr>
        <p:txBody>
          <a:bodyPr/>
          <a:lstStyle>
            <a:lvl1pPr marL="0" indent="0" algn="ctr">
              <a:buNone/>
              <a:defRPr lang="en-US" sz="2400" cap="none"/>
            </a:lvl1pPr>
            <a:lvl2pPr marL="457200" indent="0" algn="ctr">
              <a:buNone/>
              <a:defRPr lang="en-US" sz="2000" cap="none"/>
            </a:lvl2pPr>
            <a:lvl3pPr marL="914400" indent="0" algn="ctr">
              <a:buNone/>
              <a:defRPr lang="en-US" sz="1800" cap="none"/>
            </a:lvl3pPr>
            <a:lvl4pPr marL="1371600" indent="0" algn="ctr">
              <a:buNone/>
              <a:defRPr lang="en-US" sz="1600" cap="none"/>
            </a:lvl4pPr>
            <a:lvl5pPr marL="1828800" indent="0" algn="ctr">
              <a:buNone/>
              <a:defRPr lang="en-US" sz="1600" cap="none"/>
            </a:lvl5pPr>
            <a:lvl6pPr marL="2286000" indent="0" algn="ctr">
              <a:buNone/>
              <a:defRPr lang="en-US" sz="1600" cap="none"/>
            </a:lvl6pPr>
            <a:lvl7pPr marL="2743200" indent="0" algn="ctr">
              <a:buNone/>
              <a:defRPr lang="en-US" sz="1600" cap="none"/>
            </a:lvl7pPr>
            <a:lvl8pPr marL="3200400" indent="0" algn="ctr">
              <a:buNone/>
              <a:defRPr lang="en-US" sz="1600" cap="none"/>
            </a:lvl8pPr>
            <a:lvl9pPr marL="3657600" indent="0" algn="ctr">
              <a:buNone/>
              <a:defRPr lang="en-US" sz="1600" cap="none"/>
            </a:lvl9pPr>
          </a:lstStyle>
          <a:p>
            <a:pPr>
              <a:defRPr lang="en-US"/>
            </a:pPr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0AEBC93-DDDD-FB4A-9316-2B1FF258657E}" type="datetime1">
              <a:t>4/21/2026</a:t>
            </a:fld>
            <a:endParaRPr/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S+1Q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wPxw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0AEB3C2-8CDD-FB45-9316-7A10FD58652F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xpY2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sLAADYRQAAACY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Bjng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0AE8A82-CCDD-FB7C-9316-3A29C458656F}" type="datetime1">
              <a:t>4/21/2026</a:t>
            </a:fld>
            <a:endParaRPr/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rv9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iVy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0AE9046-08DD-FB66-9316-FE33DE5865AB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CtTw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gUAAIUKAADORQAAERwAABAAAAAmAAAACAAAAIGAAAAAAAAA"/>
              </a:ext>
            </a:extLst>
          </p:cNvSpPr>
          <p:nvPr>
            <p:ph type="title"/>
          </p:nvPr>
        </p:nvSpPr>
        <p:spPr>
          <a:xfrm>
            <a:off x="831850" y="1710055"/>
            <a:ext cx="10515600" cy="285242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en-US" sz="60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rv9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gUAADwcAADORQAAdiUAABAAAAAmAAAACAAAAAGAAAAAAAAA"/>
              </a:ext>
            </a:extLst>
          </p:cNvSpPr>
          <p:nvPr>
            <p:ph idx="1"/>
          </p:nvPr>
        </p:nvSpPr>
        <p:spPr>
          <a:xfrm>
            <a:off x="831850" y="4589780"/>
            <a:ext cx="10515600" cy="1499870"/>
          </a:xfrm>
        </p:spPr>
        <p:txBody>
          <a:bodyPr/>
          <a:lstStyle>
            <a:lvl1pPr marL="0" indent="0">
              <a:buNone/>
              <a:defRPr lang="en-US" sz="2400" cap="none">
                <a:solidFill>
                  <a:srgbClr val="8C8C8C"/>
                </a:solidFill>
              </a:defRPr>
            </a:lvl1pPr>
            <a:lvl2pPr marL="457200" indent="0">
              <a:buNone/>
              <a:defRPr lang="en-US" sz="2000" cap="none">
                <a:solidFill>
                  <a:srgbClr val="8C8C8C"/>
                </a:solidFill>
              </a:defRPr>
            </a:lvl2pPr>
            <a:lvl3pPr marL="914400" indent="0">
              <a:buNone/>
              <a:defRPr lang="en-US" sz="1800" cap="none">
                <a:solidFill>
                  <a:srgbClr val="8C8C8C"/>
                </a:solidFill>
              </a:defRPr>
            </a:lvl3pPr>
            <a:lvl4pPr marL="1371600" indent="0">
              <a:buNone/>
              <a:defRPr lang="en-US" sz="1600" cap="none">
                <a:solidFill>
                  <a:srgbClr val="8C8C8C"/>
                </a:solidFill>
              </a:defRPr>
            </a:lvl4pPr>
            <a:lvl5pPr marL="1828800" indent="0">
              <a:buNone/>
              <a:defRPr lang="en-US" sz="1600" cap="none">
                <a:solidFill>
                  <a:srgbClr val="8C8C8C"/>
                </a:solidFill>
              </a:defRPr>
            </a:lvl5pPr>
            <a:lvl6pPr marL="2286000" indent="0">
              <a:buNone/>
              <a:defRPr lang="en-US" sz="1600" cap="none">
                <a:solidFill>
                  <a:srgbClr val="8C8C8C"/>
                </a:solidFill>
              </a:defRPr>
            </a:lvl6pPr>
            <a:lvl7pPr marL="2743200" indent="0">
              <a:buNone/>
              <a:defRPr lang="en-US" sz="1600" cap="none">
                <a:solidFill>
                  <a:srgbClr val="8C8C8C"/>
                </a:solidFill>
              </a:defRPr>
            </a:lvl7pPr>
            <a:lvl8pPr marL="3200400" indent="0">
              <a:buNone/>
              <a:defRPr lang="en-US" sz="1600" cap="none">
                <a:solidFill>
                  <a:srgbClr val="8C8C8C"/>
                </a:solidFill>
              </a:defRPr>
            </a:lvl8pPr>
            <a:lvl9pPr marL="3657600" indent="0">
              <a:buNone/>
              <a:defRPr lang="en-US" sz="1600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rv9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0AE80C3-8DDD-FB76-9316-7B23CE58652E}" type="datetime1">
              <a:t>4/21/2026</a:t>
            </a:fld>
            <a:endParaRPr/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0AEF886-C8DD-FB0E-9316-3E5BB658656B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rv9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rv9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sLAAAIJQAAACYAABAAAAAmAAAACAAAAAEAAAAAAAAA"/>
              </a:ext>
            </a:extLst>
          </p:cNvSpPr>
          <p:nvPr>
            <p:ph idx="1"/>
          </p:nvPr>
        </p:nvSpPr>
        <p:spPr>
          <a:xfrm>
            <a:off x="838200" y="1825625"/>
            <a:ext cx="5181600" cy="4351655"/>
          </a:xfrm>
        </p:spPr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CUAADsLAADYRQAAACYAABAAAAAmAAAACAAAAAEAAAAAAAAA"/>
              </a:ext>
            </a:extLst>
          </p:cNvSpPr>
          <p:nvPr>
            <p:ph idx="2"/>
          </p:nvPr>
        </p:nvSpPr>
        <p:spPr>
          <a:xfrm>
            <a:off x="6172200" y="1825625"/>
            <a:ext cx="5181600" cy="4351655"/>
          </a:xfrm>
        </p:spPr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iNzA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0AE893C-72DD-FB7F-9316-842AC75865D1}" type="datetime1">
              <a:t>4/21/2026</a:t>
            </a:fld>
            <a:endParaRPr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0AEC90A-44DD-FB3F-9316-B26A875865E7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L1+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D8CAADbRQAAZwoAABAAAAAmAAAACAAAAAEAAAAAAAAA"/>
              </a:ext>
            </a:extLst>
          </p:cNvSpPr>
          <p:nvPr>
            <p:ph type="title"/>
          </p:nvPr>
        </p:nvSpPr>
        <p:spPr>
          <a:xfrm>
            <a:off x="840105" y="365125"/>
            <a:ext cx="10515600" cy="1325880"/>
          </a:xfrm>
        </p:spPr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FgKAADlJAAAaQ8AABAAAAAmAAAACAAAAIGAAAAAAAAA"/>
              </a:ext>
            </a:extLst>
          </p:cNvSpPr>
          <p:nvPr>
            <p:ph idx="1"/>
          </p:nvPr>
        </p:nvSpPr>
        <p:spPr>
          <a:xfrm>
            <a:off x="840105" y="1681480"/>
            <a:ext cx="5157470" cy="82359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400" b="1" cap="none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GkPAADlJAAAFCYAABAAAAAmAAAACAAAAAEAAAAAAAAA"/>
              </a:ext>
            </a:extLst>
          </p:cNvSpPr>
          <p:nvPr>
            <p:ph idx="2"/>
          </p:nvPr>
        </p:nvSpPr>
        <p:spPr>
          <a:xfrm>
            <a:off x="840105" y="2505075"/>
            <a:ext cx="5157470" cy="3684905"/>
          </a:xfrm>
        </p:spPr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LC8B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CUAAFgKAADbRQAAaQ8AABAAAAAmAAAACAAAAIGAAAAAAAAA"/>
              </a:ext>
            </a:extLst>
          </p:cNvSpPr>
          <p:nvPr>
            <p:ph idx="3"/>
          </p:nvPr>
        </p:nvSpPr>
        <p:spPr>
          <a:xfrm>
            <a:off x="6172200" y="1681480"/>
            <a:ext cx="5183505" cy="82359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400" b="1" cap="none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L1+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CUAAGkPAADbRQAAFCYAABAAAAAmAAAACAAAAAEAAAAAAAAA"/>
              </a:ext>
            </a:extLst>
          </p:cNvSpPr>
          <p:nvPr>
            <p:ph idx="4"/>
          </p:nvPr>
        </p:nvSpPr>
        <p:spPr>
          <a:xfrm>
            <a:off x="6172200" y="2505075"/>
            <a:ext cx="5183505" cy="3684905"/>
          </a:xfrm>
        </p:spPr>
        <p:txBody>
          <a:bodyPr/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rv9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0AED2C2-8CDD-FB24-9316-7A719C58652F}" type="datetime1">
              <a:t>4/21/2026</a:t>
            </a:fld>
            <a:endParaRPr/>
          </a:p>
        </p:txBody>
      </p:sp>
      <p:sp>
        <p:nvSpPr>
          <p:cNvPr id="8" name="Footer Placeholder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rv9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9" name="Slide Number Placeholder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L1+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0AEABA2-ECDD-FB5D-9316-1A08E558654F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0AEA598-D6DD-FB53-9316-2006EB586575}" type="datetime1">
              <a:t>4/21/2026</a:t>
            </a:fld>
            <a:endParaRPr/>
          </a:p>
        </p:txBody>
      </p:sp>
      <p:sp>
        <p:nvSpPr>
          <p:cNvPr id="4" name="Footer 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L1+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/J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0AE9EA6-E8DD-FB68-9316-1E3DD058654B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0AEBC3F-71DD-FB4A-9316-871FF25865D2}" type="datetime1">
              <a:t>4/21/2026</a:t>
            </a:fld>
            <a:endParaRPr/>
          </a:p>
        </p:txBody>
      </p:sp>
      <p:sp>
        <p:nvSpPr>
          <p:cNvPr id="3" name="Footer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/J8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0AE985E-10DD-FB6E-9316-E63BD65865B3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NACAABbHQAAqAwAABAAAAAmAAAACAAAAIGAAAAAAAAA"/>
              </a:ext>
            </a:extLst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en-US" sz="32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x8AABMGAADbRQAADiQAABAAAAAmAAAACAAAAAGAAAAAAAAA"/>
              </a:ext>
            </a:extLst>
          </p:cNvSpPr>
          <p:nvPr>
            <p:ph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>
              <a:defRPr lang="en-US" sz="3200" cap="none"/>
            </a:lvl1pPr>
            <a:lvl2pPr>
              <a:defRPr lang="en-US" sz="2800" cap="none"/>
            </a:lvl2pPr>
            <a:lvl3pPr>
              <a:defRPr lang="en-US" sz="2400" cap="none"/>
            </a:lvl3pPr>
            <a:lvl4pPr>
              <a:defRPr lang="en-US" sz="2000" cap="none"/>
            </a:lvl4pPr>
            <a:lvl5pPr>
              <a:defRPr lang="en-US" sz="2000" cap="none"/>
            </a:lvl5pPr>
            <a:lvl6pPr>
              <a:defRPr lang="en-US" sz="2000" cap="none"/>
            </a:lvl6pPr>
            <a:lvl7pPr>
              <a:defRPr lang="en-US" sz="2000" cap="none"/>
            </a:lvl7pPr>
            <a:lvl8pPr>
              <a:defRPr lang="en-US" sz="2000" cap="none"/>
            </a:lvl8pPr>
            <a:lvl9pPr>
              <a:defRPr lang="en-US" sz="20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KgMAABbHQAAGyQAABAAAAAmAAAACAAAAAGAAAAAAAAA"/>
              </a:ext>
            </a:extLst>
          </p:cNvSpPr>
          <p:nvPr>
            <p:ph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lang="en-US" sz="1600" cap="none"/>
            </a:lvl1pPr>
            <a:lvl2pPr marL="457200" indent="0">
              <a:buNone/>
              <a:defRPr lang="en-US" sz="1400" cap="none"/>
            </a:lvl2pPr>
            <a:lvl3pPr marL="914400" indent="0">
              <a:buNone/>
              <a:defRPr lang="en-US" sz="1200" cap="none"/>
            </a:lvl3pPr>
            <a:lvl4pPr marL="1371600" indent="0">
              <a:buNone/>
              <a:defRPr lang="en-US" sz="1000" cap="none"/>
            </a:lvl4pPr>
            <a:lvl5pPr marL="1828800" indent="0">
              <a:buNone/>
              <a:defRPr lang="en-US" sz="1000" cap="none"/>
            </a:lvl5pPr>
            <a:lvl6pPr marL="2286000" indent="0">
              <a:buNone/>
              <a:defRPr lang="en-US" sz="1000" cap="none"/>
            </a:lvl6pPr>
            <a:lvl7pPr marL="2743200" indent="0">
              <a:buNone/>
              <a:defRPr lang="en-US" sz="1000" cap="none"/>
            </a:lvl7pPr>
            <a:lvl8pPr marL="3200400" indent="0">
              <a:buNone/>
              <a:defRPr lang="en-US" sz="1000" cap="none"/>
            </a:lvl8pPr>
            <a:lvl9pPr marL="3657600" indent="0">
              <a:buNone/>
              <a:defRPr lang="en-US" sz="10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0AED90E-40DD-FB2F-9316-B67A975865E3}" type="datetime1">
              <a:t>4/21/2026</a:t>
            </a:fld>
            <a:endParaRPr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0AE8D22-6CDD-FB7B-9316-9A2EC35865CF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NACAABbHQAAqAwAABAAAAAmAAAACAAAAIGAAAAAAAAA"/>
              </a:ext>
            </a:extLst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en-US" sz="3200" cap="none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x8AABMGAADbRQAADiQAABAAAAAmAAAACAAAAAGAAAAAAAAA"/>
              </a:ext>
            </a:extLst>
          </p:cNvSpPr>
          <p:nvPr>
            <p:ph type="pic"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 marL="0" indent="0">
              <a:buNone/>
              <a:defRPr lang="en-US" sz="3200" cap="none"/>
            </a:lvl1pPr>
            <a:lvl2pPr marL="457200" indent="0">
              <a:buNone/>
              <a:defRPr lang="en-US" sz="2800" cap="none"/>
            </a:lvl2pPr>
            <a:lvl3pPr marL="914400" indent="0">
              <a:buNone/>
              <a:defRPr lang="en-US" sz="2400" cap="none"/>
            </a:lvl3pPr>
            <a:lvl4pPr marL="1371600" indent="0">
              <a:buNone/>
              <a:defRPr lang="en-US" sz="2000" cap="none"/>
            </a:lvl4pPr>
            <a:lvl5pPr marL="1828800" indent="0">
              <a:buNone/>
              <a:defRPr lang="en-US" sz="2000" cap="none"/>
            </a:lvl5pPr>
            <a:lvl6pPr marL="2286000" indent="0">
              <a:buNone/>
              <a:defRPr lang="en-US" sz="2000" cap="none"/>
            </a:lvl6pPr>
            <a:lvl7pPr marL="2743200" indent="0">
              <a:buNone/>
              <a:defRPr lang="en-US" sz="2000" cap="none"/>
            </a:lvl7pPr>
            <a:lvl8pPr marL="3200400" indent="0">
              <a:buNone/>
              <a:defRPr lang="en-US" sz="2000" cap="none"/>
            </a:lvl8pPr>
            <a:lvl9pPr marL="3657600" indent="0">
              <a:buNone/>
              <a:defRPr lang="en-US" sz="2000" cap="none"/>
            </a:lvl9pPr>
          </a:lstStyle>
          <a:p>
            <a:pPr>
              <a:defRPr lang="en-US"/>
            </a:pPr>
            <a:endParaRPr/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KgMAABbHQAAGyQAABAAAAAmAAAACAAAAAGAAAAAAAAA"/>
              </a:ext>
            </a:extLst>
          </p:cNvSpPr>
          <p:nvPr>
            <p:ph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lang="en-US" sz="1600" cap="none"/>
            </a:lvl1pPr>
            <a:lvl2pPr marL="457200" indent="0">
              <a:buNone/>
              <a:defRPr lang="en-US" sz="1400" cap="none"/>
            </a:lvl2pPr>
            <a:lvl3pPr marL="914400" indent="0">
              <a:buNone/>
              <a:defRPr lang="en-US" sz="1200" cap="none"/>
            </a:lvl3pPr>
            <a:lvl4pPr marL="1371600" indent="0">
              <a:buNone/>
              <a:defRPr lang="en-US" sz="1000" cap="none"/>
            </a:lvl4pPr>
            <a:lvl5pPr marL="1828800" indent="0">
              <a:buNone/>
              <a:defRPr lang="en-US" sz="1000" cap="none"/>
            </a:lvl5pPr>
            <a:lvl6pPr marL="2286000" indent="0">
              <a:buNone/>
              <a:defRPr lang="en-US" sz="1000" cap="none"/>
            </a:lvl6pPr>
            <a:lvl7pPr marL="2743200" indent="0">
              <a:buNone/>
              <a:defRPr lang="en-US" sz="1000" cap="none"/>
            </a:lvl7pPr>
            <a:lvl8pPr marL="3200400" indent="0">
              <a:buNone/>
              <a:defRPr lang="en-US" sz="1000" cap="none"/>
            </a:lvl8pPr>
            <a:lvl9pPr marL="3657600" indent="0">
              <a:buNone/>
              <a:defRPr lang="en-US" sz="1000" cap="none"/>
            </a:lvl9pPr>
          </a:lstStyle>
          <a:p>
            <a:pPr>
              <a:defRPr lang="en-US"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0AED7AD-E3DD-FB21-9316-157499586540}" type="datetime1">
              <a:t>4/21/2026</a:t>
            </a:fld>
            <a:endParaRPr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0AE834C-02DD-FB75-9316-F420CD5865A1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Q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sLAADYRQAAACY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0AE8F9D-D3DD-FB79-9316-252CC1586570}" type="datetime1">
              <a:t>4/21/2026</a:t>
            </a:fld>
            <a:endParaRPr/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0AEDDF6-B8DD-FB2B-9316-4E7E9358651B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Q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DUAAD8CAADYRQAAACYAABAAAAAmAAAACAAAAAMAAAAAAAAA"/>
              </a:ext>
            </a:extLst>
          </p:cNvSpPr>
          <p:nvPr>
            <p:ph type="title"/>
          </p:nvPr>
        </p:nvSpPr>
        <p:spPr>
          <a:xfrm>
            <a:off x="8724900" y="365125"/>
            <a:ext cx="2628900" cy="5812155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Q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C8NAAAACYAABAAAAAmAAAACAAAAAMAAAAAAAAA"/>
              </a:ext>
            </a:extLst>
          </p:cNvSpPr>
          <p:nvPr>
            <p:ph idx="1"/>
          </p:nvPr>
        </p:nvSpPr>
        <p:spPr>
          <a:xfrm>
            <a:off x="838200" y="365125"/>
            <a:ext cx="7734300" cy="5812155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0AEF476-38DD-FB02-9316-CE57BA58659B}" type="datetime1">
              <a:t>4/21/2026</a:t>
            </a:fld>
            <a:endParaRPr/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0AECEC0-8EDD-FB38-9316-786D8058652D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9zbG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KAUAAD8CAADYRQAAZwoAABAAAAAmAAAACAAAAL8vAAAAAAAA"/>
              </a:ext>
            </a:extLst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KAUAADsLAADYRQAAACYAABAAAAAmAAAACAAAAD8vAAAAAAAA"/>
              </a:ext>
            </a:extLst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KAUAABonAAAIFgAAWSkAABAAAAAmAAAACAAAAL+PAAAAAAAA"/>
              </a:ext>
            </a:extLst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30AEB9DD-93DD-FB4F-9316-651AF7586530}" type="datetime1">
              <a:t>4/21/2026</a:t>
            </a:fld>
            <a:endParaRPr/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xpY2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2BgAABonAAAoMgAAWSkAABAAAAAmAAAACAAAAL+PAAAAAAAA"/>
              </a:ext>
            </a:extLst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ctr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endParaRPr/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+DQAABonAADYRQAAWSkAABAAAAAmAAAACAAAAL+PAAAAAAAA"/>
              </a:ext>
            </a:extLst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en-US" sz="1200" cap="none">
                <a:solidFill>
                  <a:srgbClr val="8C8C8C"/>
                </a:solidFill>
              </a:defRPr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  <a:lvl6pPr>
              <a:defRPr lang="en-US"/>
            </a:lvl6pPr>
            <a:lvl7pPr>
              <a:defRPr lang="en-US"/>
            </a:lvl7pPr>
            <a:lvl8pPr>
              <a:defRPr lang="en-US"/>
            </a:lvl8pPr>
            <a:lvl9pPr>
              <a:defRPr lang="en-US"/>
            </a:lvl9pPr>
          </a:lstStyle>
          <a:p>
            <a:pPr>
              <a:defRPr lang="en-US"/>
            </a:pPr>
            <a:fld id="{30AEED52-1CDD-FB1B-9316-EA4EA35865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" cap="none" spc="0" baseline="0">
          <a:solidFill>
            <a:schemeClr val="tx1"/>
          </a:solidFill>
          <a:effectLst/>
          <a:latin typeface="Calibri Light" pitchFamily="2" charset="0"/>
          <a:ea typeface="Calibri Light" pitchFamily="2" charset="0"/>
          <a:cs typeface="Calibri Light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titleStyle>
    <p:bodyStyle>
      <a:lvl1pPr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685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5146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2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192.168.8.1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naissancerobotics.com/BeagleboneBlue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subscription.packtpub.com/book/hardware-and-creative/9781788293136/5/05lvl1sec28/connecting-your-usb-camera-to-your-beaglebone-blue-and-viewing-the-image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YAkAAOgGAACgQQAAmBUAABAAAAAmAAAACAAAAAAAAAAAAAAA"/>
              </a:ext>
            </a:extLst>
          </p:cNvSpPr>
          <p:nvPr>
            <p:ph type="ctrTitle"/>
          </p:nvPr>
        </p:nvSpPr>
        <p:spPr/>
        <p:txBody>
          <a:bodyPr/>
          <a:lstStyle/>
          <a:p>
            <a:pPr>
              <a:defRPr lang="en-US"/>
            </a:pPr>
            <a:r>
              <a:t>BeagleBone Blue</a:t>
            </a:r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YAkAACkWAACgQQAAWCA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>
              <a:defRPr lang="en-US"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static.electronicsweekly.com/wp-content/uploads/2017/03/14115552/22mar17BeagleBone-Blue-Mouser.jpg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LquaRMAAAAlAAAAEQAAAC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///8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B0IAAB9AAAAQUAAAOIp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318895" y="79375"/>
            <a:ext cx="9126220" cy="672909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t>Power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en-US"/>
            </a:pPr>
            <a:r>
              <a:t>A/C outler power: 12V supply **BUT motors will be weak and servos will barely move if at all!!</a:t>
            </a:r>
          </a:p>
          <a:p>
            <a:pPr lvl="1">
              <a:defRPr lang="en-US"/>
            </a:pPr>
            <a:r>
              <a:rPr lang="en-US" sz="2000" cap="none"/>
              <a:t>but good for installing packages (usually takes a long time, battery could run out)</a:t>
            </a:r>
          </a:p>
          <a:p>
            <a:pPr>
              <a:defRPr lang="en-US"/>
            </a:pPr>
            <a:r>
              <a:t>Can also power w/microUSB port hidden on bottom of board</a:t>
            </a:r>
          </a:p>
          <a:p>
            <a:pPr lvl="1">
              <a:defRPr lang="en-US"/>
            </a:pPr>
            <a:r>
              <a:t>But, again, not enough power.</a:t>
            </a:r>
          </a:p>
          <a:p>
            <a:pPr>
              <a:defRPr lang="en-US"/>
            </a:pPr>
            <a:r>
              <a:t>Better connection: to 2S 7.4V battery using this connector:</a:t>
            </a:r>
          </a:p>
          <a:p>
            <a:pPr>
              <a:defRPr lang="en-US"/>
            </a:pPr>
            <a:endParaRPr/>
          </a:p>
          <a:p>
            <a:pPr>
              <a:defRPr lang="en-US"/>
            </a:pPr>
            <a:endParaRPr/>
          </a:p>
        </p:txBody>
      </p:sp>
      <p:pic>
        <p:nvPicPr>
          <p:cNvPr id="4" name="Picture 3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LquaRMAAAAlAAAAEQAAAC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A0QAADTGgAA0iIAAHsd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609215" y="4360545"/>
            <a:ext cx="3051175" cy="4318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microUSB port on bottom of board</a:t>
            </a:r>
          </a:p>
        </p:txBody>
      </p:sp>
      <p:pic>
        <p:nvPicPr>
          <p:cNvPr id="3" name="Picture Placeholder 2" descr="https://static4.arrow.com/-/media/arrow/images/1200-x-675/0/0417-beaglebone-blue-main.jpg"/>
          <p:cNvPicPr>
            <a:picLocks noGrp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LquaRMAAAAlAAAAEQAAAC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z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LUNAAA7CwAASz0AAAAmAAAQAAAAJgAAAAgAAAABgQAAfwAAAA=="/>
              </a:ext>
            </a:extLst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2228215" y="1825625"/>
            <a:ext cx="7735570" cy="435165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www.mathworks.com/help/examples/beagleboneblue/win64/xxbeagleboneblue_spi.png"/>
          <p:cNvPicPr>
            <a:picLocks noGrp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LquaRMAAAAlAAAAEQAAAC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gqGkC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BAQAABpBQAAZz8AAPcqAAAQAAAAJgAAAAgAAAABgQAAfwAAAA=="/>
              </a:ext>
            </a:extLst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2611120" y="879475"/>
            <a:ext cx="7695565" cy="6104890"/>
          </a:xfrm>
          <a:prstGeom prst="rect">
            <a:avLst/>
          </a:prstGeom>
          <a:noFill/>
        </p:spPr>
      </p:pic>
      <p:sp>
        <p:nvSpPr>
          <p:cNvPr id="3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Connector pins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Connecting to BeagleBone terminal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en-US"/>
            </a:pPr>
            <a:r>
              <a:t>Connect to the BeagleBone’s WiFi service</a:t>
            </a:r>
          </a:p>
          <a:p>
            <a:pPr lvl="1">
              <a:defRPr lang="en-US"/>
            </a:pPr>
            <a:r>
              <a:t>Password: BeagleBone</a:t>
            </a:r>
          </a:p>
          <a:p>
            <a:pPr lvl="1">
              <a:defRPr lang="en-US"/>
            </a:pPr>
            <a:r>
              <a:t>SSH into 192.168.8.1</a:t>
            </a:r>
          </a:p>
          <a:p>
            <a:pPr lvl="2">
              <a:defRPr lang="en-US"/>
            </a:pPr>
            <a:r>
              <a:t>ssh debian@192.168.8.1  pass blick77  (or use Putty)</a:t>
            </a:r>
          </a:p>
          <a:p>
            <a:pPr lvl="2">
              <a:defRPr lang="en-US"/>
            </a:pPr>
            <a:r>
              <a:t>If connecting thru serial cable it’s 192.168.7.2</a:t>
            </a:r>
          </a:p>
          <a:p>
            <a:pPr lvl="2">
              <a:defRPr lang="en-US"/>
            </a:pPr>
            <a:r>
              <a:t>If connecting from Linux/Mac it’s 192.168.6.2</a:t>
            </a:r>
          </a:p>
          <a:p>
            <a:pPr lvl="1">
              <a:defRPr lang="en-US"/>
            </a:pPr>
            <a:r>
              <a:t>If in browser, can also go to 192.168.8.1 to bring up UI terminal thru HTTP</a:t>
            </a:r>
          </a:p>
          <a:p>
            <a:pPr>
              <a:defRPr lang="en-US"/>
            </a:pPr>
            <a:r>
              <a:t>If you connect to two different BeagleBones it gives ‘Remote Host Identification has changed’ error. To fix:</a:t>
            </a:r>
          </a:p>
          <a:p>
            <a:pPr lvl="1">
              <a:defRPr lang="en-US"/>
            </a:pPr>
            <a:r>
              <a:t>ssh-keygen -R 192.168.8.1</a:t>
            </a:r>
          </a:p>
          <a:p>
            <a:pPr>
              <a:defRPr lang="en-US"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t>Connecting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en-US"/>
            </a:pPr>
            <a:r>
              <a:t> BeagleBone has two Wifi adapters, one is used as WiFi server named something like BeagleBone-CB0B</a:t>
            </a:r>
          </a:p>
          <a:p>
            <a:pPr lvl="1">
              <a:defRPr lang="en-US"/>
            </a:pPr>
            <a:r>
              <a:t>SSH into 192.168.8.1  username: debian  password: temppwd / blick77</a:t>
            </a:r>
          </a:p>
          <a:p>
            <a:pPr lvl="2">
              <a:defRPr lang="en-US"/>
            </a:pPr>
            <a:r>
              <a:t>Thru serial cable: 192.168.7.2 (on Mac 192.168.6.2)</a:t>
            </a:r>
          </a:p>
          <a:p>
            <a:pPr lvl="2">
              <a:defRPr lang="en-US"/>
            </a:pPr>
            <a:r>
              <a:t>You can open AS MANY SSH connections as you want!</a:t>
            </a:r>
          </a:p>
          <a:p>
            <a:pPr>
              <a:defRPr lang="en-US"/>
            </a:pPr>
            <a:r>
              <a:t>Copy files using SCP: scp 192.168.8.1:/home/debian/etc…</a:t>
            </a:r>
          </a:p>
          <a:p>
            <a:pPr lvl="1">
              <a:defRPr lang="en-US"/>
            </a:pPr>
            <a:r>
              <a:t>'Remote Host Identification has changed' error - delete old key and try again (caused by multiple BeagleBones with same ID):</a:t>
            </a:r>
          </a:p>
          <a:p>
            <a:pPr lvl="2">
              <a:defRPr lang="en-US"/>
            </a:pPr>
            <a:r>
              <a:rPr lang="en-US" cap="none">
                <a:solidFill>
                  <a:srgbClr val="FF0000"/>
                </a:solidFill>
              </a:rPr>
              <a:t>ssh-keygen -R 192.168.8.1</a:t>
            </a:r>
          </a:p>
          <a:p>
            <a:pPr>
              <a:defRPr lang="en-US"/>
            </a:pPr>
            <a:r>
              <a:rPr lang="en-US" cap="none">
                <a:hlinkClick r:id="rId2"/>
              </a:rPr>
              <a:t>http://192.168.8.1</a:t>
            </a:r>
            <a:r>
              <a:t> to use Cloud9 web interface</a:t>
            </a:r>
          </a:p>
          <a:p>
            <a:pPr>
              <a:defRPr lang="en-US"/>
            </a:pPr>
            <a:endParaRPr/>
          </a:p>
          <a:p>
            <a:pPr>
              <a:defRPr lang="en-US"/>
            </a:pPr>
            <a:endParaRPr/>
          </a:p>
          <a:p>
            <a:pPr lvl="2">
              <a:defRPr lang="en-US"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t>Dual WiFi adapters: connect one to internet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gAAAAAAAA"/>
              </a:ext>
            </a:extLst>
          </p:cNvSpPr>
          <p:nvPr>
            <p:ph type="body" idx="1"/>
          </p:nvPr>
        </p:nvSpPr>
        <p:spPr/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defRPr lang="en-US"/>
            </a:pPr>
            <a:r>
              <a:t>Acts as WiFi server as well as can connect to internet</a:t>
            </a:r>
          </a:p>
          <a:p>
            <a:pPr>
              <a:lnSpc>
                <a:spcPct val="80000"/>
              </a:lnSpc>
              <a:defRPr lang="en-US"/>
            </a:pPr>
            <a:r>
              <a:t>Use connmanctl to setup WiFi, in console type these commands:</a:t>
            </a:r>
          </a:p>
          <a:p>
            <a:pPr lvl="1">
              <a:lnSpc>
                <a:spcPct val="80000"/>
              </a:lnSpc>
              <a:defRPr lang="en-US"/>
            </a:pPr>
            <a:r>
              <a:t>enable wifi</a:t>
            </a:r>
          </a:p>
          <a:p>
            <a:pPr lvl="1">
              <a:lnSpc>
                <a:spcPct val="80000"/>
              </a:lnSpc>
              <a:defRPr lang="en-US"/>
            </a:pPr>
            <a:r>
              <a:t>tether wifi disable</a:t>
            </a:r>
          </a:p>
          <a:p>
            <a:pPr lvl="1">
              <a:lnSpc>
                <a:spcPct val="80000"/>
              </a:lnSpc>
              <a:defRPr lang="en-US"/>
            </a:pPr>
            <a:r>
              <a:t>agent on</a:t>
            </a:r>
          </a:p>
          <a:p>
            <a:pPr lvl="1">
              <a:lnSpc>
                <a:spcPct val="80000"/>
              </a:lnSpc>
              <a:defRPr lang="en-US"/>
            </a:pPr>
            <a:r>
              <a:t>scan wifi   (*need to wait until these come back with response)</a:t>
            </a:r>
          </a:p>
          <a:p>
            <a:pPr lvl="1">
              <a:lnSpc>
                <a:spcPct val="80000"/>
              </a:lnSpc>
              <a:defRPr lang="en-US"/>
            </a:pPr>
            <a:r>
              <a:t>services</a:t>
            </a:r>
          </a:p>
          <a:p>
            <a:pPr lvl="1">
              <a:lnSpc>
                <a:spcPct val="80000"/>
              </a:lnSpc>
              <a:defRPr lang="en-US"/>
            </a:pPr>
            <a:r>
              <a:t>connect wifi_XXX</a:t>
            </a:r>
          </a:p>
          <a:p>
            <a:pPr lvl="1">
              <a:lnSpc>
                <a:spcPct val="80000"/>
              </a:lnSpc>
              <a:defRPr lang="en-US"/>
            </a:pPr>
            <a:r>
              <a:t>exit</a:t>
            </a:r>
          </a:p>
          <a:p>
            <a:pPr lvl="1">
              <a:lnSpc>
                <a:spcPct val="80000"/>
              </a:lnSpc>
              <a:defRPr lang="en-US"/>
            </a:pPr>
            <a:r>
              <a:t>*might take some seconds to actually connect. ping doesn’t work, so just try sudo apt update.</a:t>
            </a:r>
          </a:p>
          <a:p>
            <a:pPr lvl="1">
              <a:lnSpc>
                <a:spcPct val="80000"/>
              </a:lnSpc>
              <a:defRPr lang="en-US"/>
            </a:pPr>
            <a:endParaRPr/>
          </a:p>
          <a:p>
            <a:pPr>
              <a:lnSpc>
                <a:spcPct val="80000"/>
              </a:lnSpc>
              <a:defRPr lang="en-US"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gAAAAAAAA"/>
              </a:ext>
            </a:extLst>
          </p:cNvSpPr>
          <p:nvPr>
            <p:ph type="title"/>
          </p:nvPr>
        </p:nvSpPr>
        <p:spPr/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Testing motors and servos</a:t>
            </a:r>
            <a:br/>
            <a:r>
              <a:rPr lang="en-US" sz="3200" cap="none"/>
              <a:t>https://old.beagleboard.org/static/librobotcontrol/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gAAAAAAAA"/>
              </a:ext>
            </a:extLst>
          </p:cNvSpPr>
          <p:nvPr>
            <p:ph type="body" idx="1"/>
          </p:nvPr>
        </p:nvSpPr>
        <p:spPr/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70000"/>
              </a:lnSpc>
              <a:spcBef>
                <a:spcPts val="850"/>
              </a:spcBef>
              <a:defRPr lang="en-US" sz="2380" cap="none"/>
            </a:pPr>
            <a:r>
              <a:t>rc_test_motors</a:t>
            </a:r>
          </a:p>
          <a:p>
            <a:pPr lvl="1">
              <a:lnSpc>
                <a:spcPct val="70000"/>
              </a:lnSpc>
              <a:spcBef>
                <a:spcPts val="425"/>
              </a:spcBef>
              <a:defRPr lang="en-US" sz="2040" cap="none"/>
            </a:pPr>
            <a:r>
              <a:t>-d 0.0 to 1.0  duty cycle</a:t>
            </a:r>
          </a:p>
          <a:p>
            <a:pPr lvl="1">
              <a:lnSpc>
                <a:spcPct val="70000"/>
              </a:lnSpc>
              <a:spcBef>
                <a:spcPts val="425"/>
              </a:spcBef>
              <a:defRPr lang="en-US" sz="2040" cap="none"/>
            </a:pPr>
            <a:r>
              <a:t>-m 1 to 4 to specify motor (otherwise all 4 motors)</a:t>
            </a:r>
          </a:p>
          <a:p>
            <a:pPr lvl="1">
              <a:lnSpc>
                <a:spcPct val="70000"/>
              </a:lnSpc>
              <a:spcBef>
                <a:spcPts val="425"/>
              </a:spcBef>
              <a:defRPr lang="en-US" sz="2040" cap="none"/>
            </a:pPr>
            <a:r>
              <a:t>-s  sweep motors back and forth at duty cycle to better test them</a:t>
            </a:r>
          </a:p>
          <a:p>
            <a:pPr lvl="1">
              <a:lnSpc>
                <a:spcPct val="70000"/>
              </a:lnSpc>
              <a:spcBef>
                <a:spcPts val="425"/>
              </a:spcBef>
              <a:defRPr lang="en-US" sz="2040" cap="none"/>
            </a:pPr>
            <a:r>
              <a:t>-b  enable motor break</a:t>
            </a:r>
          </a:p>
          <a:p>
            <a:pPr lvl="1">
              <a:lnSpc>
                <a:spcPct val="70000"/>
              </a:lnSpc>
              <a:spcBef>
                <a:spcPts val="425"/>
              </a:spcBef>
              <a:defRPr lang="en-US" sz="2040" cap="none"/>
            </a:pPr>
            <a:r>
              <a:t>-F  custom frequency</a:t>
            </a:r>
          </a:p>
          <a:p>
            <a:pPr lvl="1">
              <a:lnSpc>
                <a:spcPct val="70000"/>
              </a:lnSpc>
              <a:spcBef>
                <a:spcPts val="425"/>
              </a:spcBef>
              <a:defRPr lang="en-US" sz="2040" cap="none"/>
            </a:pPr>
            <a:r>
              <a:t>-f  enable free spin function</a:t>
            </a:r>
          </a:p>
          <a:p>
            <a:pPr>
              <a:lnSpc>
                <a:spcPct val="70000"/>
              </a:lnSpc>
              <a:spcBef>
                <a:spcPts val="850"/>
              </a:spcBef>
              <a:defRPr lang="en-US" sz="2380" cap="none"/>
            </a:pPr>
            <a:r>
              <a:t>rc_test_servos</a:t>
            </a:r>
          </a:p>
          <a:p>
            <a:pPr lvl="1">
              <a:lnSpc>
                <a:spcPct val="70000"/>
              </a:lnSpc>
              <a:spcBef>
                <a:spcPts val="425"/>
              </a:spcBef>
              <a:defRPr lang="en-US" sz="2040" cap="none"/>
            </a:pPr>
            <a:r>
              <a:t>-c 1 to 8 to specify which servo</a:t>
            </a:r>
          </a:p>
          <a:p>
            <a:pPr lvl="1">
              <a:lnSpc>
                <a:spcPct val="70000"/>
              </a:lnSpc>
              <a:spcBef>
                <a:spcPts val="425"/>
              </a:spcBef>
              <a:defRPr lang="en-US" sz="2040" cap="none"/>
            </a:pPr>
            <a:r>
              <a:t>-p -1.5 to 1.5  specify position</a:t>
            </a:r>
          </a:p>
          <a:p>
            <a:pPr lvl="1">
              <a:lnSpc>
                <a:spcPct val="70000"/>
              </a:lnSpc>
              <a:spcBef>
                <a:spcPts val="425"/>
              </a:spcBef>
              <a:defRPr lang="en-US" sz="2040" cap="none"/>
            </a:pPr>
            <a:r>
              <a:t>-s 0.0 to 1.5  sweep servo back and forth to test</a:t>
            </a:r>
          </a:p>
          <a:p>
            <a:pPr lvl="1">
              <a:lnSpc>
                <a:spcPct val="70000"/>
              </a:lnSpc>
              <a:spcBef>
                <a:spcPts val="425"/>
              </a:spcBef>
              <a:defRPr lang="en-US" sz="2040" cap="none"/>
            </a:pPr>
            <a:r>
              <a:t>-r  use DSM radio channel to control servo  *How to hookup DSM radio??</a:t>
            </a:r>
          </a:p>
          <a:p>
            <a:pPr lvl="1">
              <a:lnSpc>
                <a:spcPct val="70000"/>
              </a:lnSpc>
              <a:spcBef>
                <a:spcPts val="425"/>
              </a:spcBef>
              <a:defRPr lang="en-US" sz="2040" cap="none"/>
            </a:pPr>
            <a:r>
              <a:t>-f  specify pulse frequency</a:t>
            </a:r>
          </a:p>
          <a:p>
            <a:pPr lvl="1">
              <a:lnSpc>
                <a:spcPct val="70000"/>
              </a:lnSpc>
              <a:spcBef>
                <a:spcPts val="425"/>
              </a:spcBef>
              <a:defRPr lang="en-US" sz="2040" cap="none"/>
            </a:pPr>
            <a:r>
              <a:t>-s  send pulse width in microseconds</a:t>
            </a:r>
          </a:p>
          <a:p>
            <a:pPr lvl="1">
              <a:lnSpc>
                <a:spcPct val="70000"/>
              </a:lnSpc>
              <a:spcBef>
                <a:spcPts val="425"/>
              </a:spcBef>
              <a:defRPr lang="en-US" sz="2040" cap="none"/>
            </a:pPr>
            <a:endParaRPr/>
          </a:p>
          <a:p>
            <a:pPr lvl="1">
              <a:lnSpc>
                <a:spcPct val="70000"/>
              </a:lnSpc>
              <a:spcBef>
                <a:spcPts val="425"/>
              </a:spcBef>
              <a:defRPr lang="en-US" sz="2040" cap="none"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joes_robot_control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joes_robot_control</a:t>
            </a:r>
            <a:r>
              <a:rPr lang="en-US" dirty="0" smtClean="0"/>
              <a:t> will set individual motor speeds and servo positions taking direction from the /</a:t>
            </a:r>
            <a:r>
              <a:rPr lang="en-US" dirty="0" err="1" smtClean="0"/>
              <a:t>tmp</a:t>
            </a:r>
            <a:r>
              <a:rPr lang="en-US" dirty="0" smtClean="0"/>
              <a:t>/robot.txt file</a:t>
            </a:r>
          </a:p>
          <a:p>
            <a:r>
              <a:rPr lang="en-US" dirty="0" smtClean="0"/>
              <a:t>Best to set a range of motion with a semicolon between values because just one single value might not register.</a:t>
            </a:r>
          </a:p>
          <a:p>
            <a:pPr lvl="1"/>
            <a:r>
              <a:rPr lang="en-US" dirty="0" smtClean="0"/>
              <a:t>This makes servo #1 sweep from 0.0 to 0.5 position</a:t>
            </a:r>
          </a:p>
          <a:p>
            <a:pPr lvl="1"/>
            <a:r>
              <a:rPr lang="en-US" dirty="0" smtClean="0"/>
              <a:t>echo '0.0;0.0,0.0;0.0,0.0;0.0,0.0;0.0,0.0;0.5,-1000.0,-1000.0,-1000.0,-1000.0,-1000.0,-1000.0,-1000.0' &gt; /</a:t>
            </a:r>
            <a:r>
              <a:rPr lang="en-US" dirty="0" err="1" smtClean="0"/>
              <a:t>tmp</a:t>
            </a:r>
            <a:r>
              <a:rPr lang="en-US" dirty="0" smtClean="0"/>
              <a:t>/robot.txt</a:t>
            </a:r>
          </a:p>
          <a:p>
            <a:pPr lvl="1"/>
            <a:r>
              <a:rPr lang="en-US" dirty="0" smtClean="0"/>
              <a:t>Servo changes of just 0.2 change might not even register</a:t>
            </a:r>
          </a:p>
          <a:p>
            <a:r>
              <a:rPr lang="en-US" dirty="0" err="1" smtClean="0"/>
              <a:t>rc_test_servos</a:t>
            </a:r>
            <a:r>
              <a:rPr lang="en-US" dirty="0" smtClean="0"/>
              <a:t> continually sends out the same position over and over, which is why it works well</a:t>
            </a:r>
          </a:p>
          <a:p>
            <a:pPr lvl="1"/>
            <a:r>
              <a:rPr lang="en-US" dirty="0" smtClean="0"/>
              <a:t>*change </a:t>
            </a:r>
            <a:r>
              <a:rPr lang="en-US" dirty="0" err="1" smtClean="0"/>
              <a:t>joes_robot_control</a:t>
            </a:r>
            <a:r>
              <a:rPr lang="en-US" dirty="0" smtClean="0"/>
              <a:t> to ‘reinforce’ the position over a second if no new values are coming in!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0AE8A82-CCDD-FB7C-9316-3A29C458656F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0AE9046-08DD-FB66-9316-FE33DE5865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25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rPr dirty="0" smtClean="0"/>
              <a:t>Flashing </a:t>
            </a:r>
            <a:r>
              <a:rPr dirty="0"/>
              <a:t>the </a:t>
            </a:r>
            <a:r>
              <a:rPr dirty="0" smtClean="0"/>
              <a:t>OS from an SD card</a:t>
            </a:r>
            <a:endParaRPr dirty="0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gAAAAAAAA"/>
              </a:ext>
            </a:extLst>
          </p:cNvSpPr>
          <p:nvPr>
            <p:ph type="body" idx="1"/>
          </p:nvPr>
        </p:nvSpPr>
        <p:spPr/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rPr dirty="0" err="1"/>
              <a:t>BeagleBone</a:t>
            </a:r>
            <a:r>
              <a:rPr dirty="0"/>
              <a:t> Blue has 4GB </a:t>
            </a:r>
            <a:r>
              <a:rPr dirty="0" err="1"/>
              <a:t>eMMC</a:t>
            </a:r>
            <a:r>
              <a:rPr dirty="0"/>
              <a:t> (and 512MB DDR3 memory)</a:t>
            </a:r>
          </a:p>
          <a:p>
            <a:pPr>
              <a:defRPr lang="en-US"/>
            </a:pPr>
            <a:r>
              <a:rPr dirty="0"/>
              <a:t>The SD Card can be used to flash/replace the </a:t>
            </a:r>
            <a:r>
              <a:rPr dirty="0" err="1"/>
              <a:t>eMMC</a:t>
            </a:r>
            <a:endParaRPr dirty="0"/>
          </a:p>
          <a:p>
            <a:pPr lvl="1">
              <a:defRPr lang="en-US"/>
            </a:pPr>
            <a:r>
              <a:rPr dirty="0"/>
              <a:t>Use </a:t>
            </a:r>
            <a:r>
              <a:rPr dirty="0" err="1"/>
              <a:t>EduMIP</a:t>
            </a:r>
            <a:r>
              <a:rPr dirty="0"/>
              <a:t> version on blue Lexar SD Card</a:t>
            </a:r>
          </a:p>
          <a:p>
            <a:pPr lvl="1">
              <a:defRPr lang="en-US"/>
            </a:pPr>
            <a:r>
              <a:rPr dirty="0"/>
              <a:t>If the SD Card is a ‘flasher’ version you don’t even need to hold down the flash button.</a:t>
            </a:r>
          </a:p>
          <a:p>
            <a:pPr lvl="1">
              <a:defRPr lang="en-US"/>
            </a:pPr>
            <a:r>
              <a:rPr dirty="0"/>
              <a:t>If it’s flashing it will cycle LEDs in a </a:t>
            </a:r>
            <a:r>
              <a:rPr dirty="0" err="1"/>
              <a:t>cyclon</a:t>
            </a:r>
            <a:r>
              <a:rPr dirty="0"/>
              <a:t> fashion back and forth.</a:t>
            </a:r>
          </a:p>
          <a:p>
            <a:pPr lvl="2">
              <a:defRPr lang="en-US"/>
            </a:pPr>
            <a:r>
              <a:rPr dirty="0" err="1"/>
              <a:t>Once’s</a:t>
            </a:r>
            <a:r>
              <a:rPr dirty="0"/>
              <a:t> it done it will auto-shut itself down (and no more LEDs cycling).</a:t>
            </a:r>
          </a:p>
          <a:p>
            <a:pPr lvl="1">
              <a:defRPr lang="en-US"/>
            </a:pPr>
            <a:r>
              <a:rPr dirty="0"/>
              <a:t>Take the SD card out (so it doesn’t do it again) and reboot.</a:t>
            </a:r>
          </a:p>
          <a:p>
            <a:pPr>
              <a:defRPr lang="en-US"/>
            </a:pPr>
            <a:r>
              <a:rPr dirty="0"/>
              <a:t>To create a new flasher SD Card from the current </a:t>
            </a:r>
            <a:r>
              <a:rPr dirty="0" err="1"/>
              <a:t>eMMC</a:t>
            </a:r>
            <a:r>
              <a:rPr dirty="0"/>
              <a:t>:</a:t>
            </a:r>
          </a:p>
          <a:p>
            <a:pPr lvl="1">
              <a:defRPr lang="en-US"/>
            </a:pPr>
            <a:r>
              <a:rPr lang="en-US" sz="2000" cap="none" dirty="0"/>
              <a:t>/opt/scripts/tools/eMMC/beaglebone-black-make-microSD-flasher-from-eMMC.sh</a:t>
            </a:r>
          </a:p>
          <a:p>
            <a:pPr lvl="1">
              <a:defRPr lang="en-US"/>
            </a:pPr>
            <a:endParaRPr lang="en-US" sz="2000" cap="non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Setup OS onto internal Flash memory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en-US"/>
            </a:pPr>
            <a:r>
              <a:t>Burn ‘flasher’ image onto SD card</a:t>
            </a:r>
          </a:p>
          <a:p>
            <a:pPr lvl="1">
              <a:defRPr lang="en-US"/>
            </a:pPr>
            <a:r>
              <a:t>Use EduMIP flasher image to get the ‘libcontrol’ installed correctly.</a:t>
            </a:r>
          </a:p>
          <a:p>
            <a:pPr lvl="2">
              <a:defRPr lang="en-US"/>
            </a:pPr>
            <a:r>
              <a:rPr lang="en-US" cap="none">
                <a:hlinkClick r:id="rId2"/>
              </a:rPr>
              <a:t>https://www.renaissancerobotics.com/BeagleboneBlue.html</a:t>
            </a:r>
          </a:p>
          <a:p>
            <a:pPr>
              <a:defRPr lang="en-US"/>
            </a:pPr>
            <a:endParaRPr lang="en-US" cap="none">
              <a:hlinkClick r:id="rId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t>USB Camera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OVQs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lang="en-US"/>
            </a:pPr>
            <a:r>
              <a:rPr lang="en-US" cap="none">
                <a:hlinkClick r:id="rId2"/>
              </a:rPr>
              <a:t>https://subscription.packtpub.com/book/hardware-and-creative/9781788293136/5/05lvl1sec28/connecting-your-usb-camera-to-your-beaglebone-blue-and-viewing-the-images</a:t>
            </a:r>
          </a:p>
          <a:p>
            <a:pPr>
              <a:defRPr lang="en-US"/>
            </a:pPr>
            <a:r>
              <a:t>Check if camera is present:</a:t>
            </a:r>
          </a:p>
          <a:p>
            <a:pPr lvl="1">
              <a:defRPr lang="en-US"/>
            </a:pPr>
            <a:r>
              <a:t>lsusb</a:t>
            </a:r>
          </a:p>
          <a:p>
            <a:pPr lvl="1">
              <a:defRPr lang="en-US"/>
            </a:pPr>
            <a:r>
              <a:t>cd /dev; ls video*</a:t>
            </a:r>
          </a:p>
          <a:p>
            <a:pPr lvl="2">
              <a:defRPr lang="en-US"/>
            </a:pPr>
            <a:r>
              <a:t>It should show up as video0 or similar</a:t>
            </a:r>
          </a:p>
          <a:p>
            <a:pPr>
              <a:defRPr lang="en-US"/>
            </a:pPr>
            <a:r>
              <a:t>Compatible cameras:</a:t>
            </a:r>
          </a:p>
          <a:p>
            <a:pPr lvl="1">
              <a:defRPr lang="en-US"/>
            </a:pPr>
            <a:r>
              <a:t>Logitech C270: 720p</a:t>
            </a:r>
          </a:p>
          <a:p>
            <a:pPr lvl="1">
              <a:defRPr lang="en-US"/>
            </a:pPr>
            <a:r>
              <a:t>Logitech C310: 720p</a:t>
            </a:r>
          </a:p>
          <a:p>
            <a:pPr lvl="1">
              <a:defRPr lang="en-US"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 algn="ctr">
              <a:defRPr lang="en-US"/>
            </a:pPr>
            <a:r>
              <a:t>Wireless Controller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E8QAADYRQAA/yUAABAAAAAmAAAACAAAAAEgAAAAAAAA"/>
              </a:ext>
            </a:extLst>
          </p:cNvSpPr>
          <p:nvPr>
            <p:ph type="body" idx="1"/>
          </p:nvPr>
        </p:nvSpPr>
        <p:spPr>
          <a:xfrm>
            <a:off x="838200" y="2651125"/>
            <a:ext cx="10515600" cy="352552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spcBef>
                <a:spcPts val="920"/>
              </a:spcBef>
              <a:defRPr lang="en-US" sz="2575" cap="none"/>
            </a:pPr>
            <a:r>
              <a:t>Works with embedded\librobotcontrol_arm\joes_robot_control\JoystickToRobotTmp.py</a:t>
            </a:r>
          </a:p>
          <a:p>
            <a:pPr>
              <a:spcBef>
                <a:spcPts val="920"/>
              </a:spcBef>
              <a:defRPr lang="en-US" sz="2575" cap="none"/>
            </a:pPr>
            <a:r>
              <a:t>To install driver:</a:t>
            </a:r>
          </a:p>
          <a:p>
            <a:pPr lvl="1">
              <a:spcBef>
                <a:spcPts val="460"/>
              </a:spcBef>
              <a:defRPr lang="en-US" sz="2210" cap="none"/>
            </a:pPr>
            <a:r>
              <a:t>pip3 install evdev</a:t>
            </a:r>
          </a:p>
          <a:p>
            <a:pPr lvl="2">
              <a:spcBef>
                <a:spcPts val="460"/>
              </a:spcBef>
              <a:defRPr lang="en-US" sz="1840" cap="none"/>
            </a:pPr>
            <a:r>
              <a:t>Really need sudo pip3 install evdev  - it requires sudo anyways to access /dev/input/event1</a:t>
            </a:r>
          </a:p>
          <a:p>
            <a:pPr>
              <a:spcBef>
                <a:spcPts val="920"/>
              </a:spcBef>
              <a:defRPr lang="en-US" sz="2575" cap="none"/>
            </a:pPr>
            <a:r>
              <a:t>Controller has NO BATTERY, needs to be plugged into microUSB!</a:t>
            </a:r>
          </a:p>
          <a:p>
            <a:pPr lvl="1">
              <a:spcBef>
                <a:spcPts val="460"/>
              </a:spcBef>
              <a:defRPr lang="en-US" sz="2210" cap="none"/>
            </a:pPr>
            <a:r>
              <a:t>ALSO do NOT plug controller into computer USB port, because then controller gives input to the PC (and not wirelessly).</a:t>
            </a:r>
          </a:p>
        </p:txBody>
      </p:sp>
      <p:pic>
        <p:nvPicPr>
          <p:cNvPr id="4" name="Picture 3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LquaRMAAAAlAAAAEQAAAC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K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DsfAAAaCQAAqigAAE8Q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076825" y="1479550"/>
            <a:ext cx="1533525" cy="11715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Using Bluetooth controller</a:t>
            </a:r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+TLs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sLAADYRQAAACYAABAAAAAmAAAACAAAAAAgAAAAAAAA"/>
              </a:ext>
            </a:extLst>
          </p:cNvSpPr>
          <p:nvPr>
            <p:ph type="body" idx="1"/>
          </p:nvPr>
        </p:nvSpPr>
        <p:spPr/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ts val="920"/>
              </a:spcBef>
              <a:defRPr lang="en-US" sz="2575" cap="none"/>
            </a:pPr>
            <a:r>
              <a:t>sudo bluetoothctl</a:t>
            </a:r>
          </a:p>
          <a:p>
            <a:pPr lvl="1">
              <a:lnSpc>
                <a:spcPct val="80000"/>
              </a:lnSpc>
              <a:spcBef>
                <a:spcPts val="460"/>
              </a:spcBef>
              <a:defRPr lang="en-US" sz="2210" cap="none"/>
            </a:pPr>
            <a:r>
              <a:t>power on</a:t>
            </a:r>
          </a:p>
          <a:p>
            <a:pPr lvl="1">
              <a:lnSpc>
                <a:spcPct val="80000"/>
              </a:lnSpc>
              <a:spcBef>
                <a:spcPts val="460"/>
              </a:spcBef>
              <a:defRPr lang="en-US" sz="2210" cap="none"/>
            </a:pPr>
            <a:r>
              <a:t>agent on</a:t>
            </a:r>
          </a:p>
          <a:p>
            <a:pPr lvl="1">
              <a:lnSpc>
                <a:spcPct val="80000"/>
              </a:lnSpc>
              <a:spcBef>
                <a:spcPts val="460"/>
              </a:spcBef>
              <a:defRPr lang="en-US" sz="2210" cap="none"/>
            </a:pPr>
            <a:r>
              <a:t>default-agent</a:t>
            </a:r>
          </a:p>
          <a:p>
            <a:pPr lvl="1">
              <a:lnSpc>
                <a:spcPct val="80000"/>
              </a:lnSpc>
              <a:spcBef>
                <a:spcPts val="460"/>
              </a:spcBef>
              <a:defRPr lang="en-US" sz="2210" cap="none"/>
            </a:pPr>
            <a:r>
              <a:t>scan on</a:t>
            </a:r>
          </a:p>
          <a:p>
            <a:pPr lvl="1">
              <a:lnSpc>
                <a:spcPct val="80000"/>
              </a:lnSpc>
              <a:spcBef>
                <a:spcPts val="460"/>
              </a:spcBef>
              <a:defRPr lang="en-US" sz="2210" cap="none"/>
            </a:pPr>
            <a:r>
              <a:t>pair XX:XX:XX:XX:XX:XX</a:t>
            </a:r>
          </a:p>
          <a:p>
            <a:pPr lvl="1">
              <a:lnSpc>
                <a:spcPct val="80000"/>
              </a:lnSpc>
              <a:spcBef>
                <a:spcPts val="460"/>
              </a:spcBef>
              <a:defRPr lang="en-US" sz="2210" cap="none"/>
            </a:pPr>
            <a:r>
              <a:t>trust XX:XX:XX:XX:XX:XX</a:t>
            </a:r>
          </a:p>
          <a:p>
            <a:pPr lvl="1">
              <a:lnSpc>
                <a:spcPct val="80000"/>
              </a:lnSpc>
              <a:spcBef>
                <a:spcPts val="460"/>
              </a:spcBef>
              <a:defRPr lang="en-US" sz="2210" cap="none"/>
            </a:pPr>
            <a:r>
              <a:t>connect</a:t>
            </a:r>
          </a:p>
          <a:p>
            <a:pPr lvl="1">
              <a:lnSpc>
                <a:spcPct val="80000"/>
              </a:lnSpc>
              <a:spcBef>
                <a:spcPts val="460"/>
              </a:spcBef>
              <a:defRPr lang="en-US" sz="2210" cap="none"/>
            </a:pPr>
            <a:r>
              <a:t>quit</a:t>
            </a:r>
          </a:p>
          <a:p>
            <a:pPr>
              <a:lnSpc>
                <a:spcPct val="80000"/>
              </a:lnSpc>
              <a:spcBef>
                <a:spcPts val="920"/>
              </a:spcBef>
              <a:defRPr lang="en-US" sz="2575" cap="none"/>
            </a:pPr>
            <a:r>
              <a:t>*Difficult to find which device is which, never got this to work</a:t>
            </a:r>
          </a:p>
          <a:p>
            <a:pPr>
              <a:lnSpc>
                <a:spcPct val="80000"/>
              </a:lnSpc>
              <a:spcBef>
                <a:spcPts val="920"/>
              </a:spcBef>
              <a:defRPr lang="en-US" sz="2575" cap="none"/>
            </a:pPr>
            <a:r>
              <a:t>It does work on Pi, though: \embedded\RaspberryPi\GameControllerRobot\8bitdo_controller\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FLqu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UAAD8CAADYRQAAZwoAAAAAAAAmAAAACAAAAAEAAAAAAAAA"/>
              </a:ext>
            </a:extLst>
          </p:cNvSpPr>
          <p:nvPr>
            <p:ph type="title"/>
          </p:nvPr>
        </p:nvSpPr>
        <p:spPr>
          <a:xfrm>
            <a:off x="838200" y="365125"/>
            <a:ext cx="10515600" cy="1325880"/>
          </a:xfrm>
        </p:spPr>
        <p:txBody>
          <a:bodyPr/>
          <a:lstStyle/>
          <a:p>
            <a:pPr algn="ctr">
              <a:defRPr lang="en-US"/>
            </a:pPr>
            <a:r>
              <a:t>Mecanum Wheel Control Principle</a:t>
            </a:r>
          </a:p>
          <a:p>
            <a:pPr algn="ctr">
              <a:defRPr lang="en-US"/>
            </a:pPr>
            <a:r>
              <a:t>wheels should be in an 'X' from above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FLquaRMAAAAlAAAAEQAAAC8B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u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IEQAAByCgAAzToAAF8p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682875" y="1697990"/>
            <a:ext cx="6875780" cy="502729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862</Words>
  <Application>Microsoft Office PowerPoint</Application>
  <PresentationFormat>Widescreen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Presentation</vt:lpstr>
      <vt:lpstr>BeagleBone Blue</vt:lpstr>
      <vt:lpstr>PowerPoint Presentation</vt:lpstr>
      <vt:lpstr>Power</vt:lpstr>
      <vt:lpstr>microUSB port on bottom of board</vt:lpstr>
      <vt:lpstr>Connector pins</vt:lpstr>
      <vt:lpstr>Connecting to BeagleBone terminal</vt:lpstr>
      <vt:lpstr>Connecting</vt:lpstr>
      <vt:lpstr>Dual WiFi adapters: connect one to internet</vt:lpstr>
      <vt:lpstr>Testing motors and servos https://old.beagleboard.org/static/librobotcontrol/</vt:lpstr>
      <vt:lpstr>joes_robot_control</vt:lpstr>
      <vt:lpstr>Flashing the OS from an SD card</vt:lpstr>
      <vt:lpstr>Setup OS onto internal Flash memory</vt:lpstr>
      <vt:lpstr>USB Camera</vt:lpstr>
      <vt:lpstr>Wireless Controller</vt:lpstr>
      <vt:lpstr>Using Bluetooth controller</vt:lpstr>
      <vt:lpstr>Mecanum Wheel Control Principle wheels should be in an 'X' from above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BeagleBone Blue</dc:title>
  <dc:subject/>
  <dc:creator>Microsoft account</dc:creator>
  <cp:keywords/>
  <dc:description/>
  <cp:lastModifiedBy>Bluuugg Blerk</cp:lastModifiedBy>
  <cp:revision>6</cp:revision>
  <dcterms:created xsi:type="dcterms:W3CDTF">2024-12-19T17:02:44Z</dcterms:created>
  <dcterms:modified xsi:type="dcterms:W3CDTF">2026-04-23T06:36:39Z</dcterms:modified>
</cp:coreProperties>
</file>