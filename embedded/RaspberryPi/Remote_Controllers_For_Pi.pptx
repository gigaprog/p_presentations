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1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43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D9CFA-2C02-487B-8F91-51307FD6309C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67AF1-C363-4FE1-AE1E-F70E0DF38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125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D9CFA-2C02-487B-8F91-51307FD6309C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67AF1-C363-4FE1-AE1E-F70E0DF38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81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D9CFA-2C02-487B-8F91-51307FD6309C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67AF1-C363-4FE1-AE1E-F70E0DF38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340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D9CFA-2C02-487B-8F91-51307FD6309C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67AF1-C363-4FE1-AE1E-F70E0DF38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943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D9CFA-2C02-487B-8F91-51307FD6309C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67AF1-C363-4FE1-AE1E-F70E0DF38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445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D9CFA-2C02-487B-8F91-51307FD6309C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67AF1-C363-4FE1-AE1E-F70E0DF38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425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D9CFA-2C02-487B-8F91-51307FD6309C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67AF1-C363-4FE1-AE1E-F70E0DF38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809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D9CFA-2C02-487B-8F91-51307FD6309C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67AF1-C363-4FE1-AE1E-F70E0DF38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589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D9CFA-2C02-487B-8F91-51307FD6309C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67AF1-C363-4FE1-AE1E-F70E0DF38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559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D9CFA-2C02-487B-8F91-51307FD6309C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67AF1-C363-4FE1-AE1E-F70E0DF38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080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D9CFA-2C02-487B-8F91-51307FD6309C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67AF1-C363-4FE1-AE1E-F70E0DF38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736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4D9CFA-2C02-487B-8F91-51307FD6309C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F67AF1-C363-4FE1-AE1E-F70E0DF38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719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Remote Controllers for the</a:t>
            </a:r>
            <a:br>
              <a:rPr lang="en-US" dirty="0" smtClean="0"/>
            </a:br>
            <a:r>
              <a:rPr lang="en-US" dirty="0" smtClean="0"/>
              <a:t>Raspberry Pi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151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8BitDo Controllers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Both 8BitDo controllers work with the C++ and python libraries</a:t>
            </a:r>
          </a:p>
          <a:p>
            <a:r>
              <a:rPr lang="en-US" dirty="0" smtClean="0"/>
              <a:t>Pastel Green controller is USB-dongle controller</a:t>
            </a:r>
          </a:p>
          <a:p>
            <a:r>
              <a:rPr lang="en-US" dirty="0" smtClean="0"/>
              <a:t>Gray SN30 is Bluetooth controlled</a:t>
            </a:r>
          </a:p>
          <a:p>
            <a:r>
              <a:rPr lang="en-US" dirty="0" smtClean="0"/>
              <a:t>Can get joystick floating point values from them but the values can be chaotic</a:t>
            </a:r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3743" y="101633"/>
            <a:ext cx="2435350" cy="158905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3729" y="71209"/>
            <a:ext cx="2731934" cy="1550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271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Code that works with 8BitDo controllers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\embedded\</a:t>
            </a:r>
            <a:r>
              <a:rPr lang="en-US" dirty="0" err="1" smtClean="0"/>
              <a:t>RaspberryPi</a:t>
            </a:r>
            <a:r>
              <a:rPr lang="en-US" dirty="0" smtClean="0"/>
              <a:t>\</a:t>
            </a:r>
            <a:r>
              <a:rPr lang="en-US" dirty="0" err="1" smtClean="0"/>
              <a:t>PiControllerBeagleBone</a:t>
            </a:r>
            <a:r>
              <a:rPr lang="en-US" dirty="0" smtClean="0"/>
              <a:t> there is a linux_controller.cpp file w/</a:t>
            </a:r>
            <a:r>
              <a:rPr lang="en-US" dirty="0" err="1" smtClean="0"/>
              <a:t>EightBitDoDualStickController</a:t>
            </a:r>
            <a:r>
              <a:rPr lang="en-US" dirty="0" smtClean="0"/>
              <a:t> class</a:t>
            </a:r>
          </a:p>
          <a:p>
            <a:pPr lvl="1"/>
            <a:r>
              <a:rPr lang="en-US" dirty="0" smtClean="0"/>
              <a:t>Has callback functions such as </a:t>
            </a:r>
            <a:r>
              <a:rPr lang="en-US" dirty="0" err="1" smtClean="0"/>
              <a:t>on_up_cb</a:t>
            </a:r>
            <a:r>
              <a:rPr lang="en-US" dirty="0" smtClean="0"/>
              <a:t>, </a:t>
            </a:r>
            <a:r>
              <a:rPr lang="en-US" dirty="0" err="1" smtClean="0"/>
              <a:t>on_left_cb</a:t>
            </a:r>
            <a:r>
              <a:rPr lang="en-US" dirty="0" smtClean="0"/>
              <a:t>, </a:t>
            </a:r>
            <a:r>
              <a:rPr lang="en-US" dirty="0" err="1" smtClean="0"/>
              <a:t>on_left_stick_press_cb</a:t>
            </a:r>
            <a:r>
              <a:rPr lang="en-US" dirty="0" smtClean="0"/>
              <a:t>, </a:t>
            </a:r>
            <a:r>
              <a:rPr lang="en-US" dirty="0" err="1" smtClean="0"/>
              <a:t>etc</a:t>
            </a:r>
            <a:r>
              <a:rPr lang="en-US" dirty="0" smtClean="0"/>
              <a:t> that you can subscribe to</a:t>
            </a:r>
          </a:p>
          <a:p>
            <a:pPr lvl="2"/>
            <a:r>
              <a:rPr lang="en-US" dirty="0" smtClean="0"/>
              <a:t>Uses </a:t>
            </a:r>
            <a:r>
              <a:rPr lang="en-US" dirty="0" err="1" smtClean="0"/>
              <a:t>on_left_stick</a:t>
            </a:r>
            <a:r>
              <a:rPr lang="en-US" dirty="0" smtClean="0"/>
              <a:t> and </a:t>
            </a:r>
            <a:r>
              <a:rPr lang="en-US" dirty="0" err="1" smtClean="0"/>
              <a:t>on_right_stick</a:t>
            </a:r>
            <a:r>
              <a:rPr lang="en-US" dirty="0" smtClean="0"/>
              <a:t> for analog floating point X,Y values</a:t>
            </a:r>
          </a:p>
          <a:p>
            <a:pPr lvl="1"/>
            <a:r>
              <a:rPr lang="en-US" dirty="0" smtClean="0"/>
              <a:t>This will auto-SSH into the </a:t>
            </a:r>
            <a:r>
              <a:rPr lang="en-US" dirty="0" err="1" smtClean="0"/>
              <a:t>BeagleBone</a:t>
            </a:r>
            <a:r>
              <a:rPr lang="en-US" dirty="0"/>
              <a:t> </a:t>
            </a:r>
            <a:r>
              <a:rPr lang="en-US" dirty="0" smtClean="0"/>
              <a:t>(assuming its connected to BB </a:t>
            </a:r>
            <a:r>
              <a:rPr lang="en-US" dirty="0" err="1" smtClean="0"/>
              <a:t>Wifi</a:t>
            </a:r>
            <a:r>
              <a:rPr lang="en-US" dirty="0" smtClean="0"/>
              <a:t>)</a:t>
            </a:r>
          </a:p>
          <a:p>
            <a:pPr lvl="2"/>
            <a:r>
              <a:rPr lang="en-US" dirty="0" smtClean="0"/>
              <a:t>It then outputs to \</a:t>
            </a:r>
            <a:r>
              <a:rPr lang="en-US" dirty="0" err="1" smtClean="0"/>
              <a:t>tmp</a:t>
            </a:r>
            <a:r>
              <a:rPr lang="en-US" dirty="0" smtClean="0"/>
              <a:t>\robot.txt to control the BB (</a:t>
            </a:r>
            <a:r>
              <a:rPr lang="en-US" dirty="0" err="1" smtClean="0"/>
              <a:t>joes_robot_control</a:t>
            </a:r>
            <a:r>
              <a:rPr lang="en-US" smtClean="0"/>
              <a:t> needs to run)</a:t>
            </a:r>
            <a:endParaRPr lang="en-US" dirty="0" smtClean="0"/>
          </a:p>
          <a:p>
            <a:r>
              <a:rPr lang="en-US" dirty="0" smtClean="0"/>
              <a:t>In \embedded\</a:t>
            </a:r>
            <a:r>
              <a:rPr lang="en-US" dirty="0" err="1" smtClean="0"/>
              <a:t>RaspberryPi</a:t>
            </a:r>
            <a:r>
              <a:rPr lang="en-US" dirty="0" smtClean="0"/>
              <a:t>\</a:t>
            </a:r>
            <a:r>
              <a:rPr lang="en-US" dirty="0" err="1" smtClean="0"/>
              <a:t>GameControllerRobot</a:t>
            </a:r>
            <a:r>
              <a:rPr lang="en-US" dirty="0" smtClean="0"/>
              <a:t>\ there are various python methods of getting controller info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9457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Setting up 8BitDo remote control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Power on Pi &amp; </a:t>
            </a:r>
            <a:r>
              <a:rPr lang="en-US" dirty="0" err="1" smtClean="0"/>
              <a:t>BeagleBone</a:t>
            </a:r>
            <a:r>
              <a:rPr lang="en-US" dirty="0" smtClean="0"/>
              <a:t> blue</a:t>
            </a:r>
          </a:p>
          <a:p>
            <a:r>
              <a:rPr lang="en-US" dirty="0" smtClean="0"/>
              <a:t>On Pi connect to </a:t>
            </a:r>
            <a:r>
              <a:rPr lang="en-US" dirty="0" err="1" smtClean="0"/>
              <a:t>BeagleBone’s</a:t>
            </a:r>
            <a:r>
              <a:rPr lang="en-US" dirty="0" smtClean="0"/>
              <a:t> </a:t>
            </a:r>
            <a:r>
              <a:rPr lang="en-US" dirty="0" err="1" smtClean="0"/>
              <a:t>WiFi</a:t>
            </a:r>
            <a:endParaRPr lang="en-US" dirty="0" smtClean="0"/>
          </a:p>
          <a:p>
            <a:r>
              <a:rPr lang="en-US" dirty="0" smtClean="0"/>
              <a:t>SSH into the </a:t>
            </a:r>
            <a:r>
              <a:rPr lang="en-US" dirty="0" err="1" smtClean="0"/>
              <a:t>BeagleBone</a:t>
            </a:r>
            <a:r>
              <a:rPr lang="en-US" dirty="0" smtClean="0"/>
              <a:t> and run </a:t>
            </a:r>
            <a:r>
              <a:rPr lang="en-US" dirty="0" err="1" smtClean="0"/>
              <a:t>joes_robot_control</a:t>
            </a:r>
            <a:endParaRPr lang="en-US" dirty="0" smtClean="0"/>
          </a:p>
          <a:p>
            <a:pPr lvl="1"/>
            <a:r>
              <a:rPr lang="en-US" dirty="0" err="1" smtClean="0"/>
              <a:t>ssh</a:t>
            </a:r>
            <a:r>
              <a:rPr lang="en-US" dirty="0" smtClean="0"/>
              <a:t> debian@192.168.8.1 (password blick77)</a:t>
            </a:r>
          </a:p>
          <a:p>
            <a:pPr lvl="1"/>
            <a:r>
              <a:rPr lang="en-US" dirty="0" smtClean="0"/>
              <a:t>cd /embedded/</a:t>
            </a:r>
            <a:r>
              <a:rPr lang="en-US" dirty="0" err="1" smtClean="0"/>
              <a:t>librobotcontrol_arm</a:t>
            </a:r>
            <a:r>
              <a:rPr lang="en-US" dirty="0" smtClean="0"/>
              <a:t>/</a:t>
            </a:r>
            <a:r>
              <a:rPr lang="en-US" dirty="0" err="1" smtClean="0"/>
              <a:t>joes_robot_control</a:t>
            </a:r>
            <a:r>
              <a:rPr lang="en-US" dirty="0" smtClean="0"/>
              <a:t>/</a:t>
            </a:r>
          </a:p>
          <a:p>
            <a:pPr lvl="1"/>
            <a:r>
              <a:rPr lang="en-US" dirty="0" err="1" smtClean="0"/>
              <a:t>sudo</a:t>
            </a:r>
            <a:r>
              <a:rPr lang="en-US" dirty="0" smtClean="0"/>
              <a:t> ./</a:t>
            </a:r>
            <a:r>
              <a:rPr lang="en-US" dirty="0" err="1" smtClean="0"/>
              <a:t>joes_robot_control</a:t>
            </a:r>
            <a:endParaRPr lang="en-US" dirty="0" smtClean="0"/>
          </a:p>
          <a:p>
            <a:r>
              <a:rPr lang="en-US" dirty="0" smtClean="0"/>
              <a:t>In another Pi terminal:</a:t>
            </a:r>
          </a:p>
          <a:p>
            <a:pPr lvl="1"/>
            <a:r>
              <a:rPr lang="en-US" dirty="0" smtClean="0"/>
              <a:t>cd /embedded/</a:t>
            </a:r>
            <a:r>
              <a:rPr lang="en-US" dirty="0" err="1" smtClean="0"/>
              <a:t>RaspberryPi</a:t>
            </a:r>
            <a:r>
              <a:rPr lang="en-US" dirty="0" smtClean="0"/>
              <a:t>/</a:t>
            </a:r>
            <a:r>
              <a:rPr lang="en-US" dirty="0" err="1" smtClean="0"/>
              <a:t>PiControllerBeagleBone</a:t>
            </a:r>
            <a:r>
              <a:rPr lang="en-US" dirty="0" smtClean="0"/>
              <a:t>/</a:t>
            </a:r>
          </a:p>
          <a:p>
            <a:pPr lvl="1"/>
            <a:r>
              <a:rPr lang="en-US" dirty="0" smtClean="0"/>
              <a:t>./</a:t>
            </a:r>
            <a:r>
              <a:rPr lang="en-US" dirty="0" err="1" smtClean="0"/>
              <a:t>pi_control_bb</a:t>
            </a:r>
            <a:endParaRPr lang="en-US" dirty="0" smtClean="0"/>
          </a:p>
          <a:p>
            <a:r>
              <a:rPr lang="en-US" smtClean="0"/>
              <a:t>8BitDo controls:</a:t>
            </a:r>
            <a:endParaRPr lang="en-US" dirty="0" smtClean="0"/>
          </a:p>
          <a:p>
            <a:pPr lvl="1"/>
            <a:r>
              <a:rPr lang="en-US" dirty="0" smtClean="0"/>
              <a:t>Left stick for movement</a:t>
            </a:r>
          </a:p>
          <a:p>
            <a:pPr lvl="1"/>
            <a:r>
              <a:rPr lang="en-US" dirty="0" smtClean="0"/>
              <a:t>X &amp; B to move turret</a:t>
            </a:r>
          </a:p>
          <a:p>
            <a:pPr lvl="1"/>
            <a:r>
              <a:rPr lang="en-US" dirty="0" smtClean="0"/>
              <a:t>Y &amp; A for camera servo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7934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Connect to </a:t>
            </a:r>
            <a:r>
              <a:rPr lang="en-US" dirty="0" err="1" smtClean="0"/>
              <a:t>PixHawk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400" dirty="0" smtClean="0"/>
              <a:t>the long-range option &amp; more accurate control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01969" y="1825625"/>
            <a:ext cx="3588061" cy="43513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61746" y="2787162"/>
            <a:ext cx="18094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Power is split off</a:t>
            </a:r>
          </a:p>
          <a:p>
            <a:r>
              <a:rPr lang="en-US" dirty="0" smtClean="0"/>
              <a:t>from </a:t>
            </a:r>
            <a:r>
              <a:rPr lang="en-US" dirty="0" err="1" smtClean="0"/>
              <a:t>LiPo</a:t>
            </a:r>
            <a:r>
              <a:rPr lang="en-US" dirty="0" smtClean="0"/>
              <a:t> battery</a:t>
            </a:r>
          </a:p>
          <a:p>
            <a:r>
              <a:rPr lang="en-US" dirty="0" smtClean="0"/>
              <a:t>with adapter</a:t>
            </a:r>
            <a:endParaRPr lang="en-US" dirty="0"/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3024554" y="2910254"/>
            <a:ext cx="1670538" cy="6154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3024554" y="3622431"/>
            <a:ext cx="3938954" cy="8440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661746" y="3936732"/>
            <a:ext cx="20342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TELEM2 connection</a:t>
            </a:r>
          </a:p>
          <a:p>
            <a:r>
              <a:rPr lang="en-US" dirty="0" smtClean="0"/>
              <a:t>to Pi pins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 flipV="1">
            <a:off x="3616570" y="3561533"/>
            <a:ext cx="2974930" cy="5839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2652546" y="4417562"/>
            <a:ext cx="4697823" cy="655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9405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PixHawk</a:t>
            </a:r>
            <a:r>
              <a:rPr lang="en-US" dirty="0" smtClean="0"/>
              <a:t> Remote Controller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*Does the </a:t>
            </a:r>
            <a:r>
              <a:rPr lang="en-US" dirty="0" err="1" smtClean="0"/>
              <a:t>dronekit</a:t>
            </a:r>
            <a:r>
              <a:rPr lang="en-US" dirty="0" smtClean="0"/>
              <a:t> library give you the controller/slider position data??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0966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Getting info from the </a:t>
            </a:r>
            <a:r>
              <a:rPr lang="en-US" dirty="0" err="1" smtClean="0"/>
              <a:t>PixHawk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DroneKit</a:t>
            </a:r>
            <a:r>
              <a:rPr lang="en-US" dirty="0" smtClean="0"/>
              <a:t> has code to get telemetry data from the </a:t>
            </a:r>
            <a:r>
              <a:rPr lang="en-US" dirty="0" err="1" smtClean="0"/>
              <a:t>PixHawk</a:t>
            </a:r>
            <a:endParaRPr lang="en-US" dirty="0" smtClean="0"/>
          </a:p>
          <a:p>
            <a:pPr lvl="1"/>
            <a:r>
              <a:rPr lang="en-US" dirty="0" smtClean="0"/>
              <a:t>\embedded\</a:t>
            </a:r>
            <a:r>
              <a:rPr lang="en-US" dirty="0" err="1" smtClean="0"/>
              <a:t>RaspberryPi</a:t>
            </a:r>
            <a:r>
              <a:rPr lang="en-US" dirty="0" smtClean="0"/>
              <a:t>\</a:t>
            </a:r>
            <a:r>
              <a:rPr lang="en-US" dirty="0" err="1" smtClean="0"/>
              <a:t>PixHawk</a:t>
            </a:r>
            <a:r>
              <a:rPr lang="en-US" dirty="0" smtClean="0"/>
              <a:t>\</a:t>
            </a:r>
            <a:r>
              <a:rPr lang="en-US" dirty="0" err="1" smtClean="0"/>
              <a:t>dronekit_joes</a:t>
            </a:r>
            <a:r>
              <a:rPr lang="en-US" dirty="0" smtClean="0"/>
              <a:t>\</a:t>
            </a:r>
          </a:p>
          <a:p>
            <a:pPr lvl="1"/>
            <a:r>
              <a:rPr lang="en-US" dirty="0" smtClean="0"/>
              <a:t>*note the readme.txt that has some manual fixes that need to be applied to the library files! Library code is dated and </a:t>
            </a:r>
            <a:r>
              <a:rPr lang="en-US" smtClean="0"/>
              <a:t>needs small fixes.</a:t>
            </a:r>
            <a:endParaRPr lang="en-US" dirty="0" smtClean="0"/>
          </a:p>
          <a:p>
            <a:r>
              <a:rPr lang="en-US" dirty="0" smtClean="0"/>
              <a:t>Also can do it through </a:t>
            </a:r>
            <a:r>
              <a:rPr lang="en-US" dirty="0" err="1" smtClean="0"/>
              <a:t>mavproxy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pip3 install </a:t>
            </a:r>
            <a:r>
              <a:rPr lang="en-US" dirty="0" err="1" smtClean="0"/>
              <a:t>mavproxy</a:t>
            </a:r>
            <a:endParaRPr lang="en-US" dirty="0" smtClean="0"/>
          </a:p>
          <a:p>
            <a:pPr lvl="1"/>
            <a:r>
              <a:rPr lang="en-US" dirty="0" smtClean="0"/>
              <a:t>mavproxy.py --master=/dev/ttyAMA0 --</a:t>
            </a:r>
            <a:r>
              <a:rPr lang="en-US" dirty="0" err="1" smtClean="0"/>
              <a:t>baudrate</a:t>
            </a:r>
            <a:r>
              <a:rPr lang="en-US" dirty="0" smtClean="0"/>
              <a:t> 57600</a:t>
            </a:r>
          </a:p>
          <a:p>
            <a:pPr lvl="1"/>
            <a:r>
              <a:rPr lang="en-US" dirty="0" smtClean="0"/>
              <a:t>There is the MAVSDK-Python </a:t>
            </a:r>
            <a:r>
              <a:rPr lang="en-US" dirty="0" err="1" smtClean="0"/>
              <a:t>git</a:t>
            </a:r>
            <a:r>
              <a:rPr lang="en-US" dirty="0" smtClean="0"/>
              <a:t> repo that has some examples to run (after the </a:t>
            </a:r>
            <a:r>
              <a:rPr lang="en-US" dirty="0" err="1" smtClean="0"/>
              <a:t>mavproxy</a:t>
            </a:r>
            <a:r>
              <a:rPr lang="en-US" dirty="0" smtClean="0"/>
              <a:t> server is running)</a:t>
            </a:r>
          </a:p>
          <a:p>
            <a:pPr lvl="1"/>
            <a:r>
              <a:rPr lang="en-US" dirty="0" smtClean="0"/>
              <a:t>*gives error, not sure this is working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80582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2076</TotalTime>
  <Words>320</Words>
  <Application>Microsoft Office PowerPoint</Application>
  <PresentationFormat>Widescreen</PresentationFormat>
  <Paragraphs>44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Remote Controllers for the Raspberry Pi</vt:lpstr>
      <vt:lpstr>8BitDo Controllers</vt:lpstr>
      <vt:lpstr>Code that works with 8BitDo controllers</vt:lpstr>
      <vt:lpstr>Setting up 8BitDo remote control</vt:lpstr>
      <vt:lpstr>Connect to PixHawk the long-range option &amp; more accurate control</vt:lpstr>
      <vt:lpstr>PixHawk Remote Controller</vt:lpstr>
      <vt:lpstr>Getting info from the PixHawk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Remote Controllers for the Raspberry Pi</dc:title>
  <dc:creator>Bluuugg Blerk</dc:creator>
  <cp:lastModifiedBy>Bluuugg Blerk</cp:lastModifiedBy>
  <cp:revision>18</cp:revision>
  <dcterms:created xsi:type="dcterms:W3CDTF">2026-04-21T20:10:31Z</dcterms:created>
  <dcterms:modified xsi:type="dcterms:W3CDTF">2026-04-27T20:37:41Z</dcterms:modified>
</cp:coreProperties>
</file>