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11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304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335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47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7156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113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4048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684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09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667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577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2A5DAD-AC95-442E-82B5-B72174D4CA45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C32972-108D-4748-97B0-688A0FD438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151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Raspberry Pi</a:t>
            </a:r>
            <a:br>
              <a:rPr lang="en-US" dirty="0" smtClean="0"/>
            </a:br>
            <a:r>
              <a:rPr lang="en-US" dirty="0" smtClean="0"/>
              <a:t>controlling devices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634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Solenoid</a:t>
            </a:r>
            <a:endParaRPr lang="en-US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248" y="1825625"/>
            <a:ext cx="3263503" cy="4351338"/>
          </a:xfrm>
        </p:spPr>
      </p:pic>
      <p:sp>
        <p:nvSpPr>
          <p:cNvPr id="7" name="TextBox 6"/>
          <p:cNvSpPr txBox="1"/>
          <p:nvPr/>
        </p:nvSpPr>
        <p:spPr>
          <a:xfrm>
            <a:off x="1485900" y="2259623"/>
            <a:ext cx="2282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Only needs GPIO pin</a:t>
            </a:r>
          </a:p>
          <a:p>
            <a:r>
              <a:rPr lang="en-US" dirty="0" smtClean="0"/>
              <a:t>and 5V power from Pi.</a:t>
            </a:r>
            <a:endParaRPr lang="en-US" dirty="0"/>
          </a:p>
        </p:txBody>
      </p:sp>
      <p:cxnSp>
        <p:nvCxnSpPr>
          <p:cNvPr id="9" name="Straight Arrow Connector 8"/>
          <p:cNvCxnSpPr/>
          <p:nvPr/>
        </p:nvCxnSpPr>
        <p:spPr>
          <a:xfrm>
            <a:off x="3455377" y="2409092"/>
            <a:ext cx="2162908" cy="8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2866292" y="2259623"/>
            <a:ext cx="2572887" cy="457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46385" y="3657600"/>
            <a:ext cx="23705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12V power comes from</a:t>
            </a:r>
          </a:p>
          <a:p>
            <a:r>
              <a:rPr lang="en-US" dirty="0"/>
              <a:t>p</a:t>
            </a:r>
            <a:r>
              <a:rPr lang="en-US" dirty="0" smtClean="0"/>
              <a:t>ower supply / battery.</a:t>
            </a:r>
            <a:endParaRPr lang="en-US" dirty="0"/>
          </a:p>
        </p:txBody>
      </p:sp>
      <p:cxnSp>
        <p:nvCxnSpPr>
          <p:cNvPr id="18" name="Straight Arrow Connector 17"/>
          <p:cNvCxnSpPr/>
          <p:nvPr/>
        </p:nvCxnSpPr>
        <p:spPr>
          <a:xfrm>
            <a:off x="4056185" y="4126523"/>
            <a:ext cx="1447800" cy="13862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3607777" y="2561492"/>
            <a:ext cx="2162908" cy="8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370277" y="2778369"/>
            <a:ext cx="29193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Power goes through solenoid</a:t>
            </a:r>
          </a:p>
          <a:p>
            <a:r>
              <a:rPr lang="en-US" dirty="0" smtClean="0"/>
              <a:t>and out to 12V ground.</a:t>
            </a:r>
          </a:p>
        </p:txBody>
      </p:sp>
      <p:cxnSp>
        <p:nvCxnSpPr>
          <p:cNvPr id="22" name="Straight Arrow Connector 21"/>
          <p:cNvCxnSpPr/>
          <p:nvPr/>
        </p:nvCxnSpPr>
        <p:spPr>
          <a:xfrm flipH="1">
            <a:off x="7174523" y="3270738"/>
            <a:ext cx="1248835" cy="3077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35814" y="3657600"/>
            <a:ext cx="355001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LED only goes on when</a:t>
            </a:r>
          </a:p>
          <a:p>
            <a:r>
              <a:rPr lang="en-US" dirty="0" smtClean="0"/>
              <a:t>solenoid is activated.</a:t>
            </a:r>
          </a:p>
          <a:p>
            <a:r>
              <a:rPr lang="en-US" dirty="0" smtClean="0"/>
              <a:t>LED does NOT go on</a:t>
            </a:r>
          </a:p>
          <a:p>
            <a:r>
              <a:rPr lang="en-US" dirty="0" smtClean="0"/>
              <a:t>just when it has power (either</a:t>
            </a:r>
          </a:p>
          <a:p>
            <a:r>
              <a:rPr lang="en-US" dirty="0" smtClean="0"/>
              <a:t>the 5V power from the Pi or</a:t>
            </a:r>
          </a:p>
          <a:p>
            <a:r>
              <a:rPr lang="en-US" dirty="0" smtClean="0"/>
              <a:t>the 12V power from battery/supply.</a:t>
            </a:r>
          </a:p>
        </p:txBody>
      </p:sp>
      <p:cxnSp>
        <p:nvCxnSpPr>
          <p:cNvPr id="26" name="Straight Arrow Connector 25"/>
          <p:cNvCxnSpPr/>
          <p:nvPr/>
        </p:nvCxnSpPr>
        <p:spPr>
          <a:xfrm flipH="1" flipV="1">
            <a:off x="5618285" y="4070838"/>
            <a:ext cx="2570611" cy="791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50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 smtClean="0"/>
              <a:t>Solenoid – input pins may be regular or terminal blocks.</a:t>
            </a:r>
            <a:br>
              <a:rPr lang="en-US" sz="4000" dirty="0" smtClean="0"/>
            </a:br>
            <a:r>
              <a:rPr lang="en-US" sz="4000" dirty="0" smtClean="0"/>
              <a:t>The high power to the Solenoid are terminal blocks.</a:t>
            </a:r>
            <a:endParaRPr lang="en-US" dirty="0"/>
          </a:p>
        </p:txBody>
      </p:sp>
      <p:pic>
        <p:nvPicPr>
          <p:cNvPr id="1026" name="Picture 2" descr="https://core-electronics.com.au/media/wysiwyg/tutorials/Tim/Speed/Speed12/Newest_Schematic_3.3v.jp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8550" y="1825625"/>
            <a:ext cx="705490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7547112" y="2813538"/>
            <a:ext cx="44857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This end may have terminal blocks as well.</a:t>
            </a:r>
          </a:p>
          <a:p>
            <a:r>
              <a:rPr lang="en-US" dirty="0" smtClean="0"/>
              <a:t>Pins determine whether it triggers on high 5V.</a:t>
            </a:r>
          </a:p>
        </p:txBody>
      </p:sp>
    </p:spTree>
    <p:extLst>
      <p:ext uri="{BB962C8B-B14F-4D97-AF65-F5344CB8AC3E}">
        <p14:creationId xmlns:p14="http://schemas.microsoft.com/office/powerpoint/2010/main" val="1691668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Cheap stepper motors can be controlled with</a:t>
            </a:r>
            <a:br>
              <a:rPr lang="en-US" dirty="0" smtClean="0"/>
            </a:br>
            <a:r>
              <a:rPr lang="en-US" dirty="0" smtClean="0"/>
              <a:t>ULN2003 driver boards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248" y="1825625"/>
            <a:ext cx="3263503" cy="4351338"/>
          </a:xfrm>
        </p:spPr>
      </p:pic>
      <p:cxnSp>
        <p:nvCxnSpPr>
          <p:cNvPr id="6" name="Straight Arrow Connector 5"/>
          <p:cNvCxnSpPr/>
          <p:nvPr/>
        </p:nvCxnSpPr>
        <p:spPr>
          <a:xfrm flipH="1">
            <a:off x="6312877" y="2558562"/>
            <a:ext cx="1670538" cy="1327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13077" y="2299051"/>
            <a:ext cx="41048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LEDs will alternate back-and-</a:t>
            </a:r>
          </a:p>
          <a:p>
            <a:r>
              <a:rPr lang="en-US" dirty="0" smtClean="0"/>
              <a:t>forth when stepper</a:t>
            </a:r>
          </a:p>
          <a:p>
            <a:r>
              <a:rPr lang="en-US" dirty="0"/>
              <a:t>m</a:t>
            </a:r>
            <a:r>
              <a:rPr lang="en-US" dirty="0" smtClean="0"/>
              <a:t>otor is moving.</a:t>
            </a:r>
          </a:p>
          <a:p>
            <a:r>
              <a:rPr lang="en-US" dirty="0" smtClean="0"/>
              <a:t>LEDs off otherwise (even when powered).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1072661" y="2114385"/>
            <a:ext cx="2754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GPIOs 14,15,18,23 </a:t>
            </a:r>
            <a:r>
              <a:rPr lang="en-US" dirty="0" smtClean="0">
                <a:sym typeface="Wingdings" panose="05000000000000000000" pitchFamily="2" charset="2"/>
              </a:rPr>
              <a:t> IN1-4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Also needs 5V power</a:t>
            </a:r>
            <a:endParaRPr lang="en-US" dirty="0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818149" y="2299051"/>
            <a:ext cx="19496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631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Bigger NEMA17 stepper motors must be controlled with A4988 or DRV8825 boards</a:t>
            </a:r>
            <a:endParaRPr lang="en-US" dirty="0"/>
          </a:p>
        </p:txBody>
      </p:sp>
      <p:pic>
        <p:nvPicPr>
          <p:cNvPr id="2050" name="Picture 2" descr="Ldabrye A4988 Stepper Motor Driver Simple and Direction Control Interfaces for 3D Printer Step Motor Electronics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1422" y="1843210"/>
            <a:ext cx="412072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DRV8825 Stepper Motor Driver Modules and Expansion Boards Compatible with Arduino ESP32 Raspberry Pi for Precise Motor Control, 2 Set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9707" y="1690689"/>
            <a:ext cx="4503860" cy="4503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9856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Connect to </a:t>
            </a:r>
            <a:r>
              <a:rPr lang="en-US" dirty="0" err="1" smtClean="0"/>
              <a:t>PixHawk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01969" y="1825625"/>
            <a:ext cx="3588061" cy="43513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1746" y="2787162"/>
            <a:ext cx="18094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Power is split off</a:t>
            </a:r>
          </a:p>
          <a:p>
            <a:r>
              <a:rPr lang="en-US" dirty="0" smtClean="0"/>
              <a:t>from </a:t>
            </a:r>
            <a:r>
              <a:rPr lang="en-US" dirty="0" err="1" smtClean="0"/>
              <a:t>LiPo</a:t>
            </a:r>
            <a:r>
              <a:rPr lang="en-US" dirty="0" smtClean="0"/>
              <a:t> battery</a:t>
            </a:r>
          </a:p>
          <a:p>
            <a:r>
              <a:rPr lang="en-US" dirty="0" smtClean="0"/>
              <a:t>with adapter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024554" y="2910254"/>
            <a:ext cx="1670538" cy="6154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3024554" y="3622431"/>
            <a:ext cx="3938954" cy="84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661746" y="3936732"/>
            <a:ext cx="20342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TELEM2 connection</a:t>
            </a:r>
          </a:p>
          <a:p>
            <a:r>
              <a:rPr lang="en-US" dirty="0" smtClean="0"/>
              <a:t>to Pi pins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3616570" y="3561533"/>
            <a:ext cx="2974930" cy="583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2652546" y="4417562"/>
            <a:ext cx="4697823" cy="655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9920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478</TotalTime>
  <Words>158</Words>
  <Application>Microsoft Office PowerPoint</Application>
  <PresentationFormat>Widescreen</PresentationFormat>
  <Paragraphs>31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Office Theme</vt:lpstr>
      <vt:lpstr>Raspberry Pi controlling devices</vt:lpstr>
      <vt:lpstr>Solenoid</vt:lpstr>
      <vt:lpstr>Solenoid – input pins may be regular or terminal blocks. The high power to the Solenoid are terminal blocks.</vt:lpstr>
      <vt:lpstr>Cheap stepper motors can be controlled with ULN2003 driver boards</vt:lpstr>
      <vt:lpstr>Bigger NEMA17 stepper motors must be controlled with A4988 or DRV8825 boards</vt:lpstr>
      <vt:lpstr>Connect to PixHawk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Raspberry Pi controlling devices</dc:title>
  <dc:creator>Microsoft account</dc:creator>
  <cp:lastModifiedBy>Microsoft account</cp:lastModifiedBy>
  <cp:revision>21</cp:revision>
  <dcterms:created xsi:type="dcterms:W3CDTF">2026-02-17T20:02:35Z</dcterms:created>
  <dcterms:modified xsi:type="dcterms:W3CDTF">2026-03-12T00:22:03Z</dcterms:modified>
</cp:coreProperties>
</file>