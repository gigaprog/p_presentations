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1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04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3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4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1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1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0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8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0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6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77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5DAD-AC95-442E-82B5-B72174D4CA4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32972-108D-4748-97B0-688A0FD43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5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Raspberry Pi</a:t>
            </a:r>
            <a:br>
              <a:rPr lang="en-US" dirty="0" smtClean="0"/>
            </a:br>
            <a:r>
              <a:rPr lang="en-US" dirty="0" smtClean="0"/>
              <a:t>controlling devices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3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Solenoid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  <p:sp>
        <p:nvSpPr>
          <p:cNvPr id="7" name="TextBox 6"/>
          <p:cNvSpPr txBox="1"/>
          <p:nvPr/>
        </p:nvSpPr>
        <p:spPr>
          <a:xfrm>
            <a:off x="1485900" y="2259623"/>
            <a:ext cx="2282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Only needs GPIO pin</a:t>
            </a:r>
          </a:p>
          <a:p>
            <a:r>
              <a:rPr lang="en-US" dirty="0" smtClean="0"/>
              <a:t>and 5V power from Pi.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455377" y="2409092"/>
            <a:ext cx="2162908" cy="8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866292" y="2259623"/>
            <a:ext cx="2572887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46385" y="3657600"/>
            <a:ext cx="2370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12V power comes from</a:t>
            </a:r>
          </a:p>
          <a:p>
            <a:r>
              <a:rPr lang="en-US" dirty="0"/>
              <a:t>p</a:t>
            </a:r>
            <a:r>
              <a:rPr lang="en-US" dirty="0" smtClean="0"/>
              <a:t>ower supply / battery.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056185" y="4126523"/>
            <a:ext cx="1447800" cy="1386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607777" y="2561492"/>
            <a:ext cx="2162908" cy="8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70277" y="2778369"/>
            <a:ext cx="2919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Power goes through solenoid</a:t>
            </a:r>
          </a:p>
          <a:p>
            <a:r>
              <a:rPr lang="en-US" dirty="0" smtClean="0"/>
              <a:t>and out to 12V ground.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7174523" y="3270738"/>
            <a:ext cx="1248835" cy="307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35814" y="3657600"/>
            <a:ext cx="355001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LED only goes on when</a:t>
            </a:r>
          </a:p>
          <a:p>
            <a:r>
              <a:rPr lang="en-US" dirty="0" smtClean="0"/>
              <a:t>solenoid is activated.</a:t>
            </a:r>
          </a:p>
          <a:p>
            <a:r>
              <a:rPr lang="en-US" dirty="0" smtClean="0"/>
              <a:t>LED does NOT go on</a:t>
            </a:r>
          </a:p>
          <a:p>
            <a:r>
              <a:rPr lang="en-US" dirty="0" smtClean="0"/>
              <a:t>just when it has power (either</a:t>
            </a:r>
          </a:p>
          <a:p>
            <a:r>
              <a:rPr lang="en-US" dirty="0" smtClean="0"/>
              <a:t>the 5V power from the Pi or</a:t>
            </a:r>
          </a:p>
          <a:p>
            <a:r>
              <a:rPr lang="en-US" dirty="0" smtClean="0"/>
              <a:t>the 12V power from battery/supply.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5618285" y="4070838"/>
            <a:ext cx="2570611" cy="79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5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/>
              <a:t>Solenoid – input pins may be regular or terminal blocks.</a:t>
            </a:r>
            <a:br>
              <a:rPr lang="en-US" sz="4000" dirty="0" smtClean="0"/>
            </a:br>
            <a:r>
              <a:rPr lang="en-US" sz="4000" dirty="0" smtClean="0"/>
              <a:t>The high power to the Solenoid are terminal blocks.</a:t>
            </a:r>
            <a:endParaRPr lang="en-US" dirty="0"/>
          </a:p>
        </p:txBody>
      </p:sp>
      <p:pic>
        <p:nvPicPr>
          <p:cNvPr id="1026" name="Picture 2" descr="https://core-electronics.com.au/media/wysiwyg/tutorials/Tim/Speed/Speed12/Newest_Schematic_3.3v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50" y="1825625"/>
            <a:ext cx="70549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47112" y="2813538"/>
            <a:ext cx="4485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end may have terminal blocks as well.</a:t>
            </a:r>
          </a:p>
          <a:p>
            <a:r>
              <a:rPr lang="en-US" dirty="0" smtClean="0"/>
              <a:t>Pins determine whether it triggers on high 5V.</a:t>
            </a:r>
          </a:p>
        </p:txBody>
      </p:sp>
    </p:spTree>
    <p:extLst>
      <p:ext uri="{BB962C8B-B14F-4D97-AF65-F5344CB8AC3E}">
        <p14:creationId xmlns:p14="http://schemas.microsoft.com/office/powerpoint/2010/main" val="169166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Cheap stepper motors can be controlled with</a:t>
            </a:r>
            <a:br>
              <a:rPr lang="en-US" dirty="0" smtClean="0"/>
            </a:br>
            <a:r>
              <a:rPr lang="en-US" dirty="0" smtClean="0"/>
              <a:t>ULN2003 driver boards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  <p:cxnSp>
        <p:nvCxnSpPr>
          <p:cNvPr id="6" name="Straight Arrow Connector 5"/>
          <p:cNvCxnSpPr/>
          <p:nvPr/>
        </p:nvCxnSpPr>
        <p:spPr>
          <a:xfrm flipH="1">
            <a:off x="6312877" y="2558562"/>
            <a:ext cx="1670538" cy="1327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13077" y="2299051"/>
            <a:ext cx="41048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LEDs will alternate back-and-</a:t>
            </a:r>
          </a:p>
          <a:p>
            <a:r>
              <a:rPr lang="en-US" dirty="0" smtClean="0"/>
              <a:t>forth when stepper</a:t>
            </a:r>
          </a:p>
          <a:p>
            <a:r>
              <a:rPr lang="en-US" dirty="0"/>
              <a:t>m</a:t>
            </a:r>
            <a:r>
              <a:rPr lang="en-US" dirty="0" smtClean="0"/>
              <a:t>otor is moving.</a:t>
            </a:r>
          </a:p>
          <a:p>
            <a:r>
              <a:rPr lang="en-US" dirty="0" smtClean="0"/>
              <a:t>LEDs off otherwise (even when powered).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72661" y="2114385"/>
            <a:ext cx="2754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GPIOs 14,15,18,23 </a:t>
            </a:r>
            <a:r>
              <a:rPr lang="en-US" dirty="0" smtClean="0">
                <a:sym typeface="Wingdings" panose="05000000000000000000" pitchFamily="2" charset="2"/>
              </a:rPr>
              <a:t> IN1-4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Also needs 5V power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818149" y="2299051"/>
            <a:ext cx="194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63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Bigger NEMA17 stepper motors must be controlled with A4988 or DRV8825 boards</a:t>
            </a:r>
            <a:endParaRPr lang="en-US" dirty="0"/>
          </a:p>
        </p:txBody>
      </p:sp>
      <p:pic>
        <p:nvPicPr>
          <p:cNvPr id="2050" name="Picture 2" descr="Ldabrye A4988 Stepper Motor Driver Simple and Direction Control Interfaces for 3D Printer Step Motor Electronic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22" y="1843210"/>
            <a:ext cx="412072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RV8825 Stepper Motor Driver Modules and Expansion Boards Compatible with Arduino ESP32 Raspberry Pi for Precise Motor Control, 2 S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707" y="1690689"/>
            <a:ext cx="4503860" cy="450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85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Connect to </a:t>
            </a:r>
            <a:r>
              <a:rPr lang="en-US" dirty="0" err="1" smtClean="0"/>
              <a:t>PixHawk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1969" y="1825625"/>
            <a:ext cx="3588061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1746" y="2787162"/>
            <a:ext cx="1809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Power is split off</a:t>
            </a:r>
          </a:p>
          <a:p>
            <a:r>
              <a:rPr lang="en-US" dirty="0" smtClean="0"/>
              <a:t>from </a:t>
            </a:r>
            <a:r>
              <a:rPr lang="en-US" dirty="0" err="1" smtClean="0"/>
              <a:t>LiPo</a:t>
            </a:r>
            <a:r>
              <a:rPr lang="en-US" dirty="0" smtClean="0"/>
              <a:t> battery</a:t>
            </a:r>
          </a:p>
          <a:p>
            <a:r>
              <a:rPr lang="en-US" dirty="0" smtClean="0"/>
              <a:t>with adapter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024554" y="2910254"/>
            <a:ext cx="1670538" cy="61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024554" y="3622431"/>
            <a:ext cx="3938954" cy="84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61746" y="3936732"/>
            <a:ext cx="2034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TELEM2 connection</a:t>
            </a:r>
          </a:p>
          <a:p>
            <a:r>
              <a:rPr lang="en-US" dirty="0" smtClean="0"/>
              <a:t>to Pi pins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616570" y="3561533"/>
            <a:ext cx="2974930" cy="58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652546" y="4417562"/>
            <a:ext cx="4697823" cy="65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92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info from the </a:t>
            </a:r>
            <a:r>
              <a:rPr lang="en-US" dirty="0" err="1" smtClean="0"/>
              <a:t>PixHawk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DroneKit</a:t>
            </a:r>
            <a:r>
              <a:rPr lang="en-US" dirty="0" smtClean="0"/>
              <a:t> has code to get telemetry data from the </a:t>
            </a:r>
            <a:r>
              <a:rPr lang="en-US" dirty="0" err="1" smtClean="0"/>
              <a:t>PixHawk</a:t>
            </a:r>
            <a:endParaRPr lang="en-US" dirty="0" smtClean="0"/>
          </a:p>
          <a:p>
            <a:pPr lvl="1"/>
            <a:r>
              <a:rPr lang="en-US" dirty="0" smtClean="0"/>
              <a:t>\embedded\</a:t>
            </a:r>
            <a:r>
              <a:rPr lang="en-US" dirty="0" err="1" smtClean="0"/>
              <a:t>RaspberryPi</a:t>
            </a:r>
            <a:r>
              <a:rPr lang="en-US" dirty="0" smtClean="0"/>
              <a:t>\</a:t>
            </a:r>
            <a:r>
              <a:rPr lang="en-US" dirty="0" err="1" smtClean="0"/>
              <a:t>PixHawk</a:t>
            </a:r>
            <a:r>
              <a:rPr lang="en-US" dirty="0" smtClean="0"/>
              <a:t>\</a:t>
            </a:r>
            <a:r>
              <a:rPr lang="en-US" dirty="0" err="1" smtClean="0"/>
              <a:t>dronekit_joes</a:t>
            </a:r>
            <a:r>
              <a:rPr lang="en-US" dirty="0" smtClean="0"/>
              <a:t>\</a:t>
            </a:r>
          </a:p>
          <a:p>
            <a:pPr lvl="1"/>
            <a:r>
              <a:rPr lang="en-US" dirty="0" smtClean="0"/>
              <a:t>*note the readme.txt that has some manual fixes that need to be applied to the library files! Library code is dated and </a:t>
            </a:r>
            <a:r>
              <a:rPr lang="en-US" smtClean="0"/>
              <a:t>needs small fixes.</a:t>
            </a:r>
            <a:endParaRPr lang="en-US" dirty="0" smtClean="0"/>
          </a:p>
          <a:p>
            <a:r>
              <a:rPr lang="en-US" dirty="0" smtClean="0"/>
              <a:t>Also can do it through </a:t>
            </a:r>
            <a:r>
              <a:rPr lang="en-US" dirty="0" err="1" smtClean="0"/>
              <a:t>mavproxy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pip3 install </a:t>
            </a:r>
            <a:r>
              <a:rPr lang="en-US" dirty="0" err="1" smtClean="0"/>
              <a:t>mavproxy</a:t>
            </a:r>
            <a:endParaRPr lang="en-US" dirty="0" smtClean="0"/>
          </a:p>
          <a:p>
            <a:pPr lvl="1"/>
            <a:r>
              <a:rPr lang="en-US" dirty="0" smtClean="0"/>
              <a:t>mavproxy.py --master=/dev/ttyAMA0 --</a:t>
            </a:r>
            <a:r>
              <a:rPr lang="en-US" dirty="0" err="1" smtClean="0"/>
              <a:t>baudrate</a:t>
            </a:r>
            <a:r>
              <a:rPr lang="en-US" dirty="0" smtClean="0"/>
              <a:t> 57600</a:t>
            </a:r>
          </a:p>
          <a:p>
            <a:pPr lvl="1"/>
            <a:r>
              <a:rPr lang="en-US" dirty="0" smtClean="0"/>
              <a:t>There is the MAVSDK-Python </a:t>
            </a:r>
            <a:r>
              <a:rPr lang="en-US" dirty="0" err="1" smtClean="0"/>
              <a:t>git</a:t>
            </a:r>
            <a:r>
              <a:rPr lang="en-US" dirty="0" smtClean="0"/>
              <a:t> repo that has some examples to run (after the </a:t>
            </a:r>
            <a:r>
              <a:rPr lang="en-US" dirty="0" err="1" smtClean="0"/>
              <a:t>mavproxy</a:t>
            </a:r>
            <a:r>
              <a:rPr lang="en-US" dirty="0" smtClean="0"/>
              <a:t> server is running)</a:t>
            </a:r>
          </a:p>
          <a:p>
            <a:pPr lvl="1"/>
            <a:r>
              <a:rPr lang="en-US" dirty="0" smtClean="0"/>
              <a:t>*gives error, not sure this is 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89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251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Raspberry Pi controlling devices</vt:lpstr>
      <vt:lpstr>Solenoid</vt:lpstr>
      <vt:lpstr>Solenoid – input pins may be regular or terminal blocks. The high power to the Solenoid are terminal blocks.</vt:lpstr>
      <vt:lpstr>Cheap stepper motors can be controlled with ULN2003 driver boards</vt:lpstr>
      <vt:lpstr>Bigger NEMA17 stepper motors must be controlled with A4988 or DRV8825 boards</vt:lpstr>
      <vt:lpstr>Connect to PixHawk</vt:lpstr>
      <vt:lpstr>Getting info from the PixHawk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 controlling devices</dc:title>
  <dc:creator>Microsoft account</dc:creator>
  <cp:lastModifiedBy>Microsoft account</cp:lastModifiedBy>
  <cp:revision>28</cp:revision>
  <dcterms:created xsi:type="dcterms:W3CDTF">2026-02-17T20:02:35Z</dcterms:created>
  <dcterms:modified xsi:type="dcterms:W3CDTF">2026-03-13T13:20:27Z</dcterms:modified>
</cp:coreProperties>
</file>