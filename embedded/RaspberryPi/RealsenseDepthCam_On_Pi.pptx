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7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47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2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30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0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0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3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6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0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0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6210F-5734-4554-80AD-D11E98F07FA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7B1DD-C01B-4C98-AD2C-14659CAC3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8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nyh147/Pi5-realsense" TargetMode="External"/><Relationship Id="rId2" Type="http://schemas.openxmlformats.org/officeDocument/2006/relationships/hyperlink" Target="https://github.com/realsenseai/librealsens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nyh147/Pi5-realsen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the</a:t>
            </a:r>
            <a:br>
              <a:rPr lang="en-US" dirty="0" smtClean="0"/>
            </a:br>
            <a:r>
              <a:rPr lang="en-US" dirty="0" smtClean="0"/>
              <a:t>Intel </a:t>
            </a:r>
            <a:r>
              <a:rPr lang="en-US" dirty="0" err="1" smtClean="0"/>
              <a:t>RealSense</a:t>
            </a:r>
            <a:r>
              <a:rPr lang="en-US" dirty="0" smtClean="0"/>
              <a:t> Depth Camera</a:t>
            </a:r>
            <a:br>
              <a:rPr lang="en-US" dirty="0" smtClean="0"/>
            </a:br>
            <a:r>
              <a:rPr lang="en-US" dirty="0" smtClean="0"/>
              <a:t>on the Raspberry Pi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65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Intel </a:t>
            </a:r>
            <a:r>
              <a:rPr lang="en-US" dirty="0" err="1" smtClean="0"/>
              <a:t>github</a:t>
            </a:r>
            <a:r>
              <a:rPr lang="en-US" dirty="0" smtClean="0"/>
              <a:t>: </a:t>
            </a:r>
            <a:r>
              <a:rPr lang="en-US" dirty="0" smtClean="0">
                <a:hlinkClick r:id="rId2"/>
              </a:rPr>
              <a:t>https://github.com/realsenseai/librealsense</a:t>
            </a:r>
            <a:endParaRPr lang="en-US" dirty="0" smtClean="0"/>
          </a:p>
          <a:p>
            <a:r>
              <a:rPr lang="en-US" dirty="0" smtClean="0"/>
              <a:t>Instructions to install: </a:t>
            </a:r>
            <a:r>
              <a:rPr lang="en-US" dirty="0" smtClean="0">
                <a:hlinkClick r:id="rId3"/>
              </a:rPr>
              <a:t>https://github.com/dannyh147/Pi5-realsense</a:t>
            </a:r>
            <a:endParaRPr lang="en-US" dirty="0" smtClean="0"/>
          </a:p>
          <a:p>
            <a:r>
              <a:rPr lang="en-US" dirty="0" smtClean="0"/>
              <a:t>Also needed these installs:</a:t>
            </a:r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apt install </a:t>
            </a:r>
            <a:r>
              <a:rPr lang="en-US" dirty="0" err="1" smtClean="0"/>
              <a:t>libxcursor-dev</a:t>
            </a:r>
            <a:endParaRPr lang="en-US" dirty="0" smtClean="0"/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apt install </a:t>
            </a:r>
            <a:r>
              <a:rPr lang="en-US" dirty="0" err="1" smtClean="0"/>
              <a:t>libxi-dev</a:t>
            </a:r>
            <a:endParaRPr lang="en-US" dirty="0" smtClean="0"/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apt install </a:t>
            </a:r>
            <a:r>
              <a:rPr lang="en-US" dirty="0" err="1" smtClean="0"/>
              <a:t>libudev-dev</a:t>
            </a:r>
            <a:endParaRPr lang="en-US" dirty="0" smtClean="0"/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apt install libusb-1.0-0-dev</a:t>
            </a:r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apt-get install </a:t>
            </a:r>
            <a:r>
              <a:rPr lang="en-US" dirty="0" err="1" smtClean="0"/>
              <a:t>libxrandr-dev</a:t>
            </a:r>
            <a:endParaRPr lang="en-US" dirty="0" smtClean="0"/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apt-get install </a:t>
            </a:r>
            <a:r>
              <a:rPr lang="en-US" dirty="0" err="1" smtClean="0"/>
              <a:t>xorg-dev</a:t>
            </a:r>
            <a:endParaRPr lang="en-US" dirty="0" smtClean="0"/>
          </a:p>
          <a:p>
            <a:pPr lvl="1"/>
            <a:r>
              <a:rPr lang="en-US" dirty="0" err="1" smtClean="0"/>
              <a:t>sudo</a:t>
            </a:r>
            <a:r>
              <a:rPr lang="en-US" dirty="0" smtClean="0"/>
              <a:t> apt-get install </a:t>
            </a:r>
            <a:r>
              <a:rPr lang="en-US" dirty="0" err="1" smtClean="0"/>
              <a:t>libxinerama-dev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64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the </a:t>
            </a:r>
            <a:r>
              <a:rPr lang="en-US" dirty="0" err="1" smtClean="0"/>
              <a:t>RealSense</a:t>
            </a:r>
            <a:r>
              <a:rPr lang="en-US" dirty="0" smtClean="0"/>
              <a:t> Viewer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cd ~/</a:t>
            </a:r>
            <a:r>
              <a:rPr lang="en-US" dirty="0" err="1" smtClean="0"/>
              <a:t>librealsense</a:t>
            </a:r>
            <a:r>
              <a:rPr lang="en-US" dirty="0" smtClean="0"/>
              <a:t>/build/Release/</a:t>
            </a:r>
          </a:p>
          <a:p>
            <a:r>
              <a:rPr lang="en-US" dirty="0" smtClean="0"/>
              <a:t>./</a:t>
            </a:r>
            <a:r>
              <a:rPr lang="en-US" dirty="0" err="1" smtClean="0"/>
              <a:t>realsense</a:t>
            </a:r>
            <a:r>
              <a:rPr lang="en-US" dirty="0" smtClean="0"/>
              <a:t>-viewer</a:t>
            </a:r>
          </a:p>
          <a:p>
            <a:endParaRPr lang="en-US" dirty="0"/>
          </a:p>
          <a:p>
            <a:r>
              <a:rPr lang="en-US" dirty="0" smtClean="0"/>
              <a:t>Then turn on the depth camera &amp; RGB camera on the left side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73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librealsense</a:t>
            </a:r>
            <a:r>
              <a:rPr lang="en-US" dirty="0" smtClean="0"/>
              <a:t> python install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library install requires extra steps which are also in:</a:t>
            </a:r>
          </a:p>
          <a:p>
            <a:pPr lvl="1"/>
            <a:r>
              <a:rPr lang="en-US" dirty="0" smtClean="0">
                <a:hlinkClick r:id="rId2"/>
              </a:rPr>
              <a:t>https://github.com/dannyh147/Pi5-realsense</a:t>
            </a:r>
            <a:endParaRPr lang="en-US" dirty="0" smtClean="0"/>
          </a:p>
          <a:p>
            <a:r>
              <a:rPr lang="en-US" dirty="0" smtClean="0"/>
              <a:t>Despite the ‘</a:t>
            </a:r>
            <a:r>
              <a:rPr lang="en-US" dirty="0" err="1" smtClean="0"/>
              <a:t>sudo</a:t>
            </a:r>
            <a:r>
              <a:rPr lang="en-US" dirty="0" smtClean="0"/>
              <a:t> python setup.py install’ it does not seem to work unless you go to the specific folder and then run a script:</a:t>
            </a:r>
          </a:p>
          <a:p>
            <a:pPr lvl="1"/>
            <a:r>
              <a:rPr lang="en-US" dirty="0" smtClean="0"/>
              <a:t>cd ~/</a:t>
            </a:r>
            <a:r>
              <a:rPr lang="en-US" dirty="0" err="1" smtClean="0"/>
              <a:t>librealsense</a:t>
            </a:r>
            <a:r>
              <a:rPr lang="en-US" dirty="0" smtClean="0"/>
              <a:t>/wrappers/python/</a:t>
            </a:r>
          </a:p>
          <a:p>
            <a:pPr lvl="1"/>
            <a:r>
              <a:rPr lang="en-US" dirty="0" smtClean="0"/>
              <a:t>python python-tutorial-1-depth.py</a:t>
            </a:r>
          </a:p>
          <a:p>
            <a:pPr lvl="2"/>
            <a:r>
              <a:rPr lang="en-US" dirty="0" smtClean="0"/>
              <a:t>Or: python depth_test.py  (*good example of getting a depth at a </a:t>
            </a:r>
            <a:r>
              <a:rPr lang="en-US" smtClean="0"/>
              <a:t>pixel X,Y)</a:t>
            </a:r>
            <a:endParaRPr lang="en-US" dirty="0" smtClean="0"/>
          </a:p>
          <a:p>
            <a:r>
              <a:rPr lang="en-US" dirty="0" smtClean="0"/>
              <a:t>Even the script needs to be in that folder since it needs to import that local folder’s version!</a:t>
            </a:r>
          </a:p>
          <a:p>
            <a:pPr lvl="1"/>
            <a:r>
              <a:rPr lang="en-US" dirty="0" smtClean="0"/>
              <a:t>Eventually should get the ‘setup.py install’ to work!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36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168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using the Intel RealSense Depth Camera on the Raspberry Pi 5</vt:lpstr>
      <vt:lpstr>Installation</vt:lpstr>
      <vt:lpstr>Run the RealSense Viewer</vt:lpstr>
      <vt:lpstr>librealsense python install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Intel RealSense Depth Camera on the Raspberry Pi 5</dc:title>
  <dc:creator>Bluuugg Blerk</dc:creator>
  <cp:lastModifiedBy>Bluuugg Blerk</cp:lastModifiedBy>
  <cp:revision>12</cp:revision>
  <dcterms:created xsi:type="dcterms:W3CDTF">2026-04-28T04:26:22Z</dcterms:created>
  <dcterms:modified xsi:type="dcterms:W3CDTF">2026-04-28T05:32:06Z</dcterms:modified>
</cp:coreProperties>
</file>