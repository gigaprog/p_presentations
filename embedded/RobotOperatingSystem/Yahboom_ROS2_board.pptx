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88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9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5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6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24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21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54554-1BE5-4E82-B131-2EEEA354167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7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ROS2 board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m.media-amazon.com/images/I/71ZOklLcN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728" y="638114"/>
            <a:ext cx="5219603" cy="5591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553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.media-amazon.com/images/I/717PiIjAJh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785" y="205464"/>
            <a:ext cx="6424147" cy="6375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97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m.media-amazon.com/images/I/71DzcJ4cX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977" y="235255"/>
            <a:ext cx="6354946" cy="635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35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m.media-amazon.com/images/I/71NdE9+tUa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9769" y="115153"/>
            <a:ext cx="6664128" cy="6659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1018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5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3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Yahboom ROS2 board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ROS2 board</dc:title>
  <dc:creator>Microsoft account</dc:creator>
  <cp:lastModifiedBy>Microsoft account</cp:lastModifiedBy>
  <cp:revision>2</cp:revision>
  <dcterms:created xsi:type="dcterms:W3CDTF">2026-03-12T00:54:36Z</dcterms:created>
  <dcterms:modified xsi:type="dcterms:W3CDTF">2026-03-12T10:15:44Z</dcterms:modified>
</cp:coreProperties>
</file>