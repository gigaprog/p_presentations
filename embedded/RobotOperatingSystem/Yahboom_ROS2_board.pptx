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8" r:id="rId10"/>
    <p:sldId id="271" r:id="rId11"/>
    <p:sldId id="269" r:id="rId12"/>
    <p:sldId id="272" r:id="rId13"/>
    <p:sldId id="263" r:id="rId14"/>
    <p:sldId id="264" r:id="rId15"/>
    <p:sldId id="266" r:id="rId16"/>
    <p:sldId id="267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4554-1BE5-4E82-B131-2EEEA354167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F64AD-9C4E-42AA-AE65-0EDEF6D0D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88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4554-1BE5-4E82-B131-2EEEA354167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F64AD-9C4E-42AA-AE65-0EDEF6D0D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49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4554-1BE5-4E82-B131-2EEEA354167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F64AD-9C4E-42AA-AE65-0EDEF6D0D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9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4554-1BE5-4E82-B131-2EEEA354167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F64AD-9C4E-42AA-AE65-0EDEF6D0D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30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4554-1BE5-4E82-B131-2EEEA354167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F64AD-9C4E-42AA-AE65-0EDEF6D0D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33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4554-1BE5-4E82-B131-2EEEA354167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F64AD-9C4E-42AA-AE65-0EDEF6D0D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51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4554-1BE5-4E82-B131-2EEEA354167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F64AD-9C4E-42AA-AE65-0EDEF6D0D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0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4554-1BE5-4E82-B131-2EEEA354167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F64AD-9C4E-42AA-AE65-0EDEF6D0D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64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4554-1BE5-4E82-B131-2EEEA354167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F64AD-9C4E-42AA-AE65-0EDEF6D0D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4554-1BE5-4E82-B131-2EEEA354167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F64AD-9C4E-42AA-AE65-0EDEF6D0D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4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4554-1BE5-4E82-B131-2EEEA354167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F64AD-9C4E-42AA-AE65-0EDEF6D0D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21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54554-1BE5-4E82-B131-2EEEA354167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F64AD-9C4E-42AA-AE65-0EDEF6D0D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78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ahboom.net/study/ROS-Driver-Boar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ahboom.net/public/upload/upload-html/1689913150/9.%20Control%20serial%20servos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mazon.com/Hiwonder-Servo-Controller-Serial-Tester/dp/B09ZL6ZBBN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ahboom.net/study/ROS-Driver-Board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Yahboom</a:t>
            </a:r>
            <a:r>
              <a:rPr lang="en-US" dirty="0" smtClean="0"/>
              <a:t> ROS2 board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9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.media-amazon.com/images/I/71ZOklLcNkL._AC_SL1500_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728" y="638114"/>
            <a:ext cx="5219603" cy="5591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4553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m.media-amazon.com/images/I/717PiIjAJhL._AC_SL1500_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785" y="205464"/>
            <a:ext cx="6424147" cy="637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9798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m.media-amazon.com/images/I/71DzcJ4cXKL._AC_SL1500_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977" y="235255"/>
            <a:ext cx="6354946" cy="6354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1351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m.media-amazon.com/images/I/71NdE9+tUaL._AC_SL1500_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229" y="125313"/>
            <a:ext cx="6664128" cy="6659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0" y="1666755"/>
            <a:ext cx="3077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Supports 4 motors w/encoders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86137" y="4757194"/>
            <a:ext cx="3252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Appears to support up to 5 regular servos.</a:t>
            </a:r>
          </a:p>
          <a:p>
            <a:r>
              <a:rPr lang="en-US" dirty="0" smtClean="0"/>
              <a:t>3-pin white connector is for serial bus servos (up to 6)!!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018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ROS Robot Expansion Board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924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Connecting from Linux / Pi using straight Python (the </a:t>
            </a:r>
            <a:r>
              <a:rPr lang="en-US" dirty="0" err="1" smtClean="0"/>
              <a:t>Rosmaster_Lib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 err="1" smtClean="0"/>
              <a:t>lsusb</a:t>
            </a:r>
            <a:r>
              <a:rPr lang="en-US" dirty="0" smtClean="0"/>
              <a:t> to verify it sees the ‘</a:t>
            </a:r>
            <a:r>
              <a:rPr lang="en-US" dirty="0" err="1" smtClean="0"/>
              <a:t>QinHeng</a:t>
            </a:r>
            <a:r>
              <a:rPr lang="en-US" dirty="0" smtClean="0"/>
              <a:t>’ device plugged into USB</a:t>
            </a:r>
          </a:p>
          <a:p>
            <a:r>
              <a:rPr lang="en-US" dirty="0" smtClean="0"/>
              <a:t>Make /</a:t>
            </a:r>
            <a:r>
              <a:rPr lang="en-US" dirty="0" err="1" smtClean="0"/>
              <a:t>etc</a:t>
            </a:r>
            <a:r>
              <a:rPr lang="en-US" dirty="0" smtClean="0"/>
              <a:t>/</a:t>
            </a:r>
            <a:r>
              <a:rPr lang="en-US" dirty="0" err="1" smtClean="0"/>
              <a:t>udev</a:t>
            </a:r>
            <a:r>
              <a:rPr lang="en-US" dirty="0" smtClean="0"/>
              <a:t>/</a:t>
            </a:r>
            <a:r>
              <a:rPr lang="en-US" dirty="0" err="1" smtClean="0"/>
              <a:t>rules.d</a:t>
            </a:r>
            <a:r>
              <a:rPr lang="en-US" dirty="0" smtClean="0"/>
              <a:t>/</a:t>
            </a:r>
            <a:r>
              <a:rPr lang="en-US" dirty="0" err="1" smtClean="0"/>
              <a:t>myserial.rules</a:t>
            </a:r>
            <a:r>
              <a:rPr lang="en-US" dirty="0" smtClean="0"/>
              <a:t> file with:</a:t>
            </a:r>
          </a:p>
          <a:p>
            <a:pPr lvl="1"/>
            <a:r>
              <a:rPr lang="en-US" sz="1400" dirty="0"/>
              <a:t>KERNEL=="</a:t>
            </a:r>
            <a:r>
              <a:rPr lang="en-US" sz="1400" dirty="0" err="1"/>
              <a:t>ttyUSB</a:t>
            </a:r>
            <a:r>
              <a:rPr lang="en-US" sz="1400" dirty="0"/>
              <a:t>*", ATTRS{</a:t>
            </a:r>
            <a:r>
              <a:rPr lang="en-US" sz="1400" dirty="0" err="1"/>
              <a:t>idVendor</a:t>
            </a:r>
            <a:r>
              <a:rPr lang="en-US" sz="1400" dirty="0"/>
              <a:t>}=="1a86", ATTRS{</a:t>
            </a:r>
            <a:r>
              <a:rPr lang="en-US" sz="1400" dirty="0" err="1"/>
              <a:t>idProduct</a:t>
            </a:r>
            <a:r>
              <a:rPr lang="en-US" sz="1400" dirty="0"/>
              <a:t>}=="7523", MODE:="0777", SYMLINK+="</a:t>
            </a:r>
            <a:r>
              <a:rPr lang="en-US" sz="1400" dirty="0" err="1" smtClean="0"/>
              <a:t>myserial</a:t>
            </a:r>
            <a:r>
              <a:rPr lang="en-US" sz="1400" dirty="0" smtClean="0"/>
              <a:t>“</a:t>
            </a:r>
          </a:p>
          <a:p>
            <a:pPr lvl="1"/>
            <a:r>
              <a:rPr lang="en-US" dirty="0" smtClean="0"/>
              <a:t>'/dev/</a:t>
            </a:r>
            <a:r>
              <a:rPr lang="en-US" dirty="0" err="1" smtClean="0"/>
              <a:t>myserial</a:t>
            </a:r>
            <a:r>
              <a:rPr lang="en-US" dirty="0" smtClean="0"/>
              <a:t>' is what the </a:t>
            </a:r>
            <a:r>
              <a:rPr lang="en-US" dirty="0" err="1" smtClean="0"/>
              <a:t>Rosmaster</a:t>
            </a:r>
            <a:r>
              <a:rPr lang="en-US" dirty="0" smtClean="0"/>
              <a:t> bot constructer uses to connect</a:t>
            </a:r>
          </a:p>
          <a:p>
            <a:r>
              <a:rPr lang="en-US" dirty="0" smtClean="0"/>
              <a:t>It should have these permissions: -</a:t>
            </a:r>
            <a:r>
              <a:rPr lang="en-US" dirty="0" err="1" smtClean="0"/>
              <a:t>rwxr</a:t>
            </a:r>
            <a:r>
              <a:rPr lang="en-US" dirty="0" smtClean="0"/>
              <a:t>-</a:t>
            </a:r>
            <a:r>
              <a:rPr lang="en-US" dirty="0" err="1" smtClean="0"/>
              <a:t>xr</a:t>
            </a:r>
            <a:r>
              <a:rPr lang="en-US" dirty="0" smtClean="0"/>
              <a:t>-x</a:t>
            </a:r>
          </a:p>
          <a:p>
            <a:r>
              <a:rPr lang="en-US" dirty="0" smtClean="0"/>
              <a:t>ls -l /dev/</a:t>
            </a:r>
            <a:r>
              <a:rPr lang="en-US" dirty="0" err="1" smtClean="0"/>
              <a:t>myserial</a:t>
            </a:r>
            <a:r>
              <a:rPr lang="en-US" dirty="0" smtClean="0"/>
              <a:t> should show the link: /dev/</a:t>
            </a:r>
            <a:r>
              <a:rPr lang="en-US" dirty="0" err="1" smtClean="0"/>
              <a:t>myserial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 ttyUSB0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Install </a:t>
            </a:r>
            <a:r>
              <a:rPr lang="en-US" dirty="0" err="1" smtClean="0">
                <a:sym typeface="Wingdings" panose="05000000000000000000" pitchFamily="2" charset="2"/>
              </a:rPr>
              <a:t>Rosmaster</a:t>
            </a:r>
            <a:r>
              <a:rPr lang="en-US" dirty="0" smtClean="0">
                <a:sym typeface="Wingdings" panose="05000000000000000000" pitchFamily="2" charset="2"/>
              </a:rPr>
              <a:t> library from code from downloaded py_install.zip: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cd </a:t>
            </a:r>
            <a:r>
              <a:rPr lang="en-US" dirty="0" err="1" smtClean="0">
                <a:sym typeface="Wingdings" panose="05000000000000000000" pitchFamily="2" charset="2"/>
              </a:rPr>
              <a:t>py_install</a:t>
            </a:r>
            <a:endParaRPr lang="en-US" dirty="0" smtClean="0">
              <a:sym typeface="Wingdings" panose="05000000000000000000" pitchFamily="2" charset="2"/>
            </a:endParaRPr>
          </a:p>
          <a:p>
            <a:pPr lvl="1"/>
            <a:r>
              <a:rPr lang="en-US" dirty="0" err="1" smtClean="0">
                <a:sym typeface="Wingdings" panose="05000000000000000000" pitchFamily="2" charset="2"/>
              </a:rPr>
              <a:t>sudo</a:t>
            </a:r>
            <a:r>
              <a:rPr lang="en-US" dirty="0" smtClean="0">
                <a:sym typeface="Wingdings" panose="05000000000000000000" pitchFamily="2" charset="2"/>
              </a:rPr>
              <a:t> python3 setup.py install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*Might also have to re-install the serial library</a:t>
            </a:r>
          </a:p>
          <a:p>
            <a:pPr lvl="2"/>
            <a:r>
              <a:rPr lang="en-US" dirty="0" err="1" smtClean="0">
                <a:sym typeface="Wingdings" panose="05000000000000000000" pitchFamily="2" charset="2"/>
              </a:rPr>
              <a:t>sudo</a:t>
            </a:r>
            <a:r>
              <a:rPr lang="en-US" dirty="0" smtClean="0">
                <a:sym typeface="Wingdings" panose="05000000000000000000" pitchFamily="2" charset="2"/>
              </a:rPr>
              <a:t> pip3 uninstall serial</a:t>
            </a:r>
          </a:p>
          <a:p>
            <a:pPr lvl="2"/>
            <a:r>
              <a:rPr lang="en-US" dirty="0" err="1" smtClean="0">
                <a:sym typeface="Wingdings" panose="05000000000000000000" pitchFamily="2" charset="2"/>
              </a:rPr>
              <a:t>sudo</a:t>
            </a:r>
            <a:r>
              <a:rPr lang="en-US" dirty="0" smtClean="0">
                <a:sym typeface="Wingdings" panose="05000000000000000000" pitchFamily="2" charset="2"/>
              </a:rPr>
              <a:t> pip3 install </a:t>
            </a:r>
            <a:r>
              <a:rPr lang="en-US" dirty="0" err="1" smtClean="0">
                <a:sym typeface="Wingdings" panose="05000000000000000000" pitchFamily="2" charset="2"/>
              </a:rPr>
              <a:t>pyserial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Then you can execute in python: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from </a:t>
            </a:r>
            <a:r>
              <a:rPr lang="en-US" dirty="0" err="1" smtClean="0">
                <a:sym typeface="Wingdings" panose="05000000000000000000" pitchFamily="2" charset="2"/>
              </a:rPr>
              <a:t>Rosmaster_Lib</a:t>
            </a:r>
            <a:r>
              <a:rPr lang="en-US" dirty="0" smtClean="0">
                <a:sym typeface="Wingdings" panose="05000000000000000000" pitchFamily="2" charset="2"/>
              </a:rPr>
              <a:t> import </a:t>
            </a:r>
            <a:r>
              <a:rPr lang="en-US" dirty="0" err="1" smtClean="0">
                <a:sym typeface="Wingdings" panose="05000000000000000000" pitchFamily="2" charset="2"/>
              </a:rPr>
              <a:t>Rosmaster</a:t>
            </a:r>
            <a:endParaRPr lang="en-US" dirty="0" smtClean="0">
              <a:sym typeface="Wingdings" panose="05000000000000000000" pitchFamily="2" charset="2"/>
            </a:endParaRP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bot = </a:t>
            </a:r>
            <a:r>
              <a:rPr lang="en-US" dirty="0" err="1" smtClean="0">
                <a:sym typeface="Wingdings" panose="05000000000000000000" pitchFamily="2" charset="2"/>
              </a:rPr>
              <a:t>Rosmaster</a:t>
            </a:r>
            <a:r>
              <a:rPr lang="en-US" dirty="0" smtClean="0">
                <a:sym typeface="Wingdings" panose="05000000000000000000" pitchFamily="2" charset="2"/>
              </a:rPr>
              <a:t>()</a:t>
            </a:r>
          </a:p>
          <a:p>
            <a:pPr lvl="1"/>
            <a:r>
              <a:rPr lang="en-US" dirty="0" err="1" smtClean="0">
                <a:sym typeface="Wingdings" panose="05000000000000000000" pitchFamily="2" charset="2"/>
              </a:rPr>
              <a:t>bot.set_motor</a:t>
            </a:r>
            <a:r>
              <a:rPr lang="en-US" dirty="0" smtClean="0">
                <a:sym typeface="Wingdings" panose="05000000000000000000" pitchFamily="2" charset="2"/>
              </a:rPr>
              <a:t>(50,0,0,0)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b</a:t>
            </a:r>
            <a:r>
              <a:rPr lang="en-US" dirty="0" err="1" smtClean="0">
                <a:sym typeface="Wingdings" panose="05000000000000000000" pitchFamily="2" charset="2"/>
              </a:rPr>
              <a:t>ot.set_beep</a:t>
            </a:r>
            <a:r>
              <a:rPr lang="en-US" dirty="0" smtClean="0">
                <a:sym typeface="Wingdings" panose="05000000000000000000" pitchFamily="2" charset="2"/>
              </a:rPr>
              <a:t>(100)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You can also call the </a:t>
            </a:r>
            <a:r>
              <a:rPr lang="en-US" dirty="0" err="1" smtClean="0">
                <a:sym typeface="Wingdings" panose="05000000000000000000" pitchFamily="2" charset="2"/>
              </a:rPr>
              <a:t>Rosmaster_Lib</a:t>
            </a:r>
            <a:r>
              <a:rPr lang="en-US" dirty="0" smtClean="0">
                <a:sym typeface="Wingdings" panose="05000000000000000000" pitchFamily="2" charset="2"/>
              </a:rPr>
              <a:t> directly, which makes it output status lines over and over: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python3 /home/guy/py_install/Rosmaster_Lib/Rosmaster_Lib.py</a:t>
            </a:r>
          </a:p>
          <a:p>
            <a:r>
              <a:rPr lang="en-US" dirty="0" smtClean="0"/>
              <a:t>*Works on Pi 5 and Windows WSL (after binding USB), but not on Jetson Orin Nano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85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Connecting from Windows Subsystem for Linux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Need to install a windows-side driver (in non-Linux command line):</a:t>
            </a:r>
          </a:p>
          <a:p>
            <a:pPr lvl="1"/>
            <a:r>
              <a:rPr lang="en-US" dirty="0" err="1"/>
              <a:t>winget</a:t>
            </a:r>
            <a:r>
              <a:rPr lang="en-US" dirty="0"/>
              <a:t> install </a:t>
            </a:r>
            <a:r>
              <a:rPr lang="en-US" dirty="0" err="1" smtClean="0"/>
              <a:t>usbipd</a:t>
            </a:r>
            <a:endParaRPr lang="en-US" dirty="0" smtClean="0"/>
          </a:p>
          <a:p>
            <a:r>
              <a:rPr lang="en-US" dirty="0" smtClean="0"/>
              <a:t>Each time you (re-)connect the USB:</a:t>
            </a:r>
          </a:p>
          <a:p>
            <a:pPr lvl="1"/>
            <a:r>
              <a:rPr lang="en-US" dirty="0" err="1"/>
              <a:t>usbipd</a:t>
            </a:r>
            <a:r>
              <a:rPr lang="en-US" dirty="0"/>
              <a:t> </a:t>
            </a:r>
            <a:r>
              <a:rPr lang="en-US" dirty="0" smtClean="0"/>
              <a:t>list</a:t>
            </a:r>
          </a:p>
          <a:p>
            <a:pPr lvl="2"/>
            <a:r>
              <a:rPr lang="en-US" dirty="0" smtClean="0"/>
              <a:t>Should show a ‘USB-SERIAL CH340’ for the ROS board</a:t>
            </a:r>
          </a:p>
          <a:p>
            <a:pPr lvl="2"/>
            <a:r>
              <a:rPr lang="en-US" dirty="0" smtClean="0"/>
              <a:t>*From the list put in the correct bus-ID for the device you want to use in WSL:</a:t>
            </a:r>
          </a:p>
          <a:p>
            <a:pPr lvl="1"/>
            <a:r>
              <a:rPr lang="en-US" dirty="0" err="1"/>
              <a:t>usbipd</a:t>
            </a:r>
            <a:r>
              <a:rPr lang="en-US" dirty="0"/>
              <a:t> bind </a:t>
            </a:r>
            <a:r>
              <a:rPr lang="en-US" dirty="0" smtClean="0"/>
              <a:t>--</a:t>
            </a:r>
            <a:r>
              <a:rPr lang="en-US" dirty="0" err="1" smtClean="0"/>
              <a:t>busid</a:t>
            </a:r>
            <a:r>
              <a:rPr lang="en-US" dirty="0" smtClean="0"/>
              <a:t> 1-3</a:t>
            </a:r>
          </a:p>
          <a:p>
            <a:pPr lvl="2"/>
            <a:r>
              <a:rPr lang="en-US" dirty="0" smtClean="0"/>
              <a:t>*maybe give error, but no harm in running this twice</a:t>
            </a:r>
          </a:p>
          <a:p>
            <a:pPr lvl="1"/>
            <a:r>
              <a:rPr lang="en-US" dirty="0" err="1" smtClean="0"/>
              <a:t>usbipd</a:t>
            </a:r>
            <a:r>
              <a:rPr lang="en-US" dirty="0" smtClean="0"/>
              <a:t> attach --</a:t>
            </a:r>
            <a:r>
              <a:rPr lang="en-US" dirty="0" err="1" smtClean="0"/>
              <a:t>wsl</a:t>
            </a:r>
            <a:r>
              <a:rPr lang="en-US" dirty="0" smtClean="0"/>
              <a:t> --</a:t>
            </a:r>
            <a:r>
              <a:rPr lang="en-US" dirty="0" err="1" smtClean="0"/>
              <a:t>busid</a:t>
            </a:r>
            <a:r>
              <a:rPr lang="en-US" dirty="0"/>
              <a:t> </a:t>
            </a:r>
            <a:r>
              <a:rPr lang="en-US" dirty="0" smtClean="0"/>
              <a:t>1-3</a:t>
            </a:r>
          </a:p>
          <a:p>
            <a:r>
              <a:rPr lang="en-US" dirty="0"/>
              <a:t>Stuff may need to be installed on the Linux side, as well</a:t>
            </a:r>
          </a:p>
          <a:p>
            <a:r>
              <a:rPr lang="en-US" dirty="0" smtClean="0"/>
              <a:t>In WSL to </a:t>
            </a:r>
            <a:r>
              <a:rPr lang="en-US" dirty="0"/>
              <a:t>see if it’s really connected from </a:t>
            </a:r>
            <a:r>
              <a:rPr lang="en-US" dirty="0" smtClean="0"/>
              <a:t>Windows:</a:t>
            </a:r>
          </a:p>
          <a:p>
            <a:pPr lvl="1"/>
            <a:r>
              <a:rPr lang="en-US" dirty="0" err="1" smtClean="0"/>
              <a:t>lsusb</a:t>
            </a:r>
            <a:endParaRPr lang="en-US" dirty="0" smtClean="0"/>
          </a:p>
          <a:p>
            <a:pPr lvl="2"/>
            <a:r>
              <a:rPr lang="en-US" dirty="0"/>
              <a:t>should show: Bus 001 Device 002: ID 1a86:7523 </a:t>
            </a:r>
            <a:r>
              <a:rPr lang="en-US" dirty="0" err="1"/>
              <a:t>QinHeng</a:t>
            </a:r>
            <a:r>
              <a:rPr lang="en-US" dirty="0"/>
              <a:t> Electronics CH340 serial converter </a:t>
            </a:r>
            <a:endParaRPr lang="en-US" dirty="0" smtClean="0"/>
          </a:p>
          <a:p>
            <a:pPr lvl="1"/>
            <a:r>
              <a:rPr lang="en-US" dirty="0" err="1" smtClean="0"/>
              <a:t>ls</a:t>
            </a:r>
            <a:r>
              <a:rPr lang="en-US" dirty="0" smtClean="0"/>
              <a:t> -l /</a:t>
            </a:r>
            <a:r>
              <a:rPr lang="en-US" dirty="0" err="1" smtClean="0"/>
              <a:t>dev</a:t>
            </a:r>
            <a:r>
              <a:rPr lang="en-US" dirty="0" smtClean="0"/>
              <a:t>/</a:t>
            </a:r>
            <a:r>
              <a:rPr lang="en-US" dirty="0" err="1" smtClean="0"/>
              <a:t>myserial</a:t>
            </a:r>
            <a:endParaRPr lang="en-US" dirty="0" smtClean="0"/>
          </a:p>
          <a:p>
            <a:pPr lvl="2"/>
            <a:r>
              <a:rPr lang="en-US" dirty="0" smtClean="0"/>
              <a:t>*should show /</a:t>
            </a:r>
            <a:r>
              <a:rPr lang="en-US" dirty="0" err="1" smtClean="0"/>
              <a:t>dev</a:t>
            </a:r>
            <a:r>
              <a:rPr lang="en-US" dirty="0" smtClean="0"/>
              <a:t>/</a:t>
            </a:r>
            <a:r>
              <a:rPr lang="en-US" dirty="0" err="1" smtClean="0"/>
              <a:t>myserial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 ttyUSB0  symbolic link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913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motors and movement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ym typeface="Wingdings" panose="05000000000000000000" pitchFamily="2" charset="2"/>
              </a:rPr>
              <a:t>Set motor speed directly: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from </a:t>
            </a:r>
            <a:r>
              <a:rPr lang="en-US" dirty="0" err="1">
                <a:sym typeface="Wingdings" panose="05000000000000000000" pitchFamily="2" charset="2"/>
              </a:rPr>
              <a:t>Rosmaster_Lib</a:t>
            </a:r>
            <a:r>
              <a:rPr lang="en-US" dirty="0">
                <a:sym typeface="Wingdings" panose="05000000000000000000" pitchFamily="2" charset="2"/>
              </a:rPr>
              <a:t> import </a:t>
            </a:r>
            <a:r>
              <a:rPr lang="en-US" dirty="0" err="1">
                <a:sym typeface="Wingdings" panose="05000000000000000000" pitchFamily="2" charset="2"/>
              </a:rPr>
              <a:t>Rosmaster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bot = </a:t>
            </a:r>
            <a:r>
              <a:rPr lang="en-US" dirty="0" err="1">
                <a:sym typeface="Wingdings" panose="05000000000000000000" pitchFamily="2" charset="2"/>
              </a:rPr>
              <a:t>Rosmaster</a:t>
            </a:r>
            <a:r>
              <a:rPr lang="en-US" dirty="0">
                <a:sym typeface="Wingdings" panose="05000000000000000000" pitchFamily="2" charset="2"/>
              </a:rPr>
              <a:t>()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bot.set_motor</a:t>
            </a:r>
            <a:r>
              <a:rPr lang="en-US" dirty="0">
                <a:sym typeface="Wingdings" panose="05000000000000000000" pitchFamily="2" charset="2"/>
              </a:rPr>
              <a:t>(50,0,0,0)</a:t>
            </a:r>
          </a:p>
          <a:p>
            <a:pPr lvl="1"/>
            <a:r>
              <a:rPr lang="en-US" dirty="0" err="1" smtClean="0">
                <a:sym typeface="Wingdings" panose="05000000000000000000" pitchFamily="2" charset="2"/>
              </a:rPr>
              <a:t>bot.set_beep</a:t>
            </a:r>
            <a:r>
              <a:rPr lang="en-US" dirty="0" smtClean="0">
                <a:sym typeface="Wingdings" panose="05000000000000000000" pitchFamily="2" charset="2"/>
              </a:rPr>
              <a:t>(100)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Hmmm…</a:t>
            </a: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87948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Controlling PWM servos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from </a:t>
            </a:r>
            <a:r>
              <a:rPr lang="en-US" dirty="0" err="1">
                <a:sym typeface="Wingdings" panose="05000000000000000000" pitchFamily="2" charset="2"/>
              </a:rPr>
              <a:t>Rosmaster_Lib</a:t>
            </a:r>
            <a:r>
              <a:rPr lang="en-US" dirty="0">
                <a:sym typeface="Wingdings" panose="05000000000000000000" pitchFamily="2" charset="2"/>
              </a:rPr>
              <a:t> import </a:t>
            </a:r>
            <a:r>
              <a:rPr lang="en-US" dirty="0" err="1">
                <a:sym typeface="Wingdings" panose="05000000000000000000" pitchFamily="2" charset="2"/>
              </a:rPr>
              <a:t>Rosmaster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bot = </a:t>
            </a:r>
            <a:r>
              <a:rPr lang="en-US" dirty="0" err="1">
                <a:sym typeface="Wingdings" panose="05000000000000000000" pitchFamily="2" charset="2"/>
              </a:rPr>
              <a:t>Rosmaster</a:t>
            </a:r>
            <a:r>
              <a:rPr lang="en-US" dirty="0" smtClean="0">
                <a:sym typeface="Wingdings" panose="05000000000000000000" pitchFamily="2" charset="2"/>
              </a:rPr>
              <a:t>()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This works!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 smtClean="0"/>
              <a:t>bot.set_pwm_servo</a:t>
            </a:r>
            <a:r>
              <a:rPr lang="en-US" dirty="0" smtClean="0"/>
              <a:t>(1, 90)</a:t>
            </a:r>
          </a:p>
          <a:p>
            <a:endParaRPr lang="en-US" dirty="0"/>
          </a:p>
          <a:p>
            <a:r>
              <a:rPr lang="en-US" dirty="0" smtClean="0"/>
              <a:t>But limited to only 4 PWM servo control lines. Serial controller can do up to 6 and give positional verification feedback – need to get </a:t>
            </a:r>
            <a:r>
              <a:rPr lang="en-US" smtClean="0"/>
              <a:t>that working!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7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serial servos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9. Control serial servos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from </a:t>
            </a:r>
            <a:r>
              <a:rPr lang="en-US" dirty="0" err="1">
                <a:sym typeface="Wingdings" panose="05000000000000000000" pitchFamily="2" charset="2"/>
              </a:rPr>
              <a:t>Rosmaster_Lib</a:t>
            </a:r>
            <a:r>
              <a:rPr lang="en-US" dirty="0">
                <a:sym typeface="Wingdings" panose="05000000000000000000" pitchFamily="2" charset="2"/>
              </a:rPr>
              <a:t> import </a:t>
            </a:r>
            <a:r>
              <a:rPr lang="en-US" dirty="0" err="1">
                <a:sym typeface="Wingdings" panose="05000000000000000000" pitchFamily="2" charset="2"/>
              </a:rPr>
              <a:t>Rosmaster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bot = </a:t>
            </a:r>
            <a:r>
              <a:rPr lang="en-US" dirty="0" err="1">
                <a:sym typeface="Wingdings" panose="05000000000000000000" pitchFamily="2" charset="2"/>
              </a:rPr>
              <a:t>Rosmaster</a:t>
            </a:r>
            <a:r>
              <a:rPr lang="en-US" dirty="0">
                <a:sym typeface="Wingdings" panose="05000000000000000000" pitchFamily="2" charset="2"/>
              </a:rPr>
              <a:t>()</a:t>
            </a:r>
          </a:p>
          <a:p>
            <a:r>
              <a:rPr lang="en-US" dirty="0" err="1" smtClean="0"/>
              <a:t>bot.set_uart_servo_torque</a:t>
            </a:r>
            <a:r>
              <a:rPr lang="en-US" dirty="0" smtClean="0"/>
              <a:t>(1)</a:t>
            </a:r>
          </a:p>
          <a:p>
            <a:pPr lvl="1"/>
            <a:r>
              <a:rPr lang="en-US" dirty="0" smtClean="0"/>
              <a:t>*This doesn’t do anything…crap…</a:t>
            </a:r>
          </a:p>
          <a:p>
            <a:pPr lvl="1"/>
            <a:r>
              <a:rPr lang="en-US" dirty="0" smtClean="0"/>
              <a:t>*Also, serial servo lights up but flashes pattern – something wrong.</a:t>
            </a:r>
          </a:p>
          <a:p>
            <a:r>
              <a:rPr lang="en-US" dirty="0" err="1" smtClean="0"/>
              <a:t>bot.set_uart_servo_angle</a:t>
            </a:r>
            <a:r>
              <a:rPr lang="en-US" dirty="0" smtClean="0"/>
              <a:t>(1, 180, 1000)</a:t>
            </a:r>
          </a:p>
          <a:p>
            <a:pPr lvl="1"/>
            <a:r>
              <a:rPr lang="en-US" dirty="0" smtClean="0"/>
              <a:t>*No matter the parameter ID it always returns -1, crap.</a:t>
            </a:r>
          </a:p>
          <a:p>
            <a:r>
              <a:rPr lang="en-US" dirty="0" err="1" smtClean="0"/>
              <a:t>bot.get_uart_servo_angle</a:t>
            </a:r>
            <a:r>
              <a:rPr lang="en-US" dirty="0" smtClean="0"/>
              <a:t>(1)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427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serial servo board: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www.amazon.com/Hiwonder-Servo-Controller-Serial-Tester/dp/B09ZL6ZBBN</a:t>
            </a:r>
            <a:endParaRPr lang="en-US" dirty="0" smtClean="0"/>
          </a:p>
          <a:p>
            <a:r>
              <a:rPr lang="en-US" dirty="0" smtClean="0"/>
              <a:t>This might work controlling the serial servos…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834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Installing ROS2 in Linux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www.yahboom.net/study/ROS-Driver-Board</a:t>
            </a:r>
            <a:endParaRPr lang="en-US" dirty="0" smtClean="0"/>
          </a:p>
          <a:p>
            <a:pPr lvl="1"/>
            <a:r>
              <a:rPr lang="en-US" dirty="0" smtClean="0"/>
              <a:t>Under ‘ROS2 Basic Course’ – ‘ROS2 install Humble’</a:t>
            </a:r>
          </a:p>
        </p:txBody>
      </p:sp>
    </p:spTree>
    <p:extLst>
      <p:ext uri="{BB962C8B-B14F-4D97-AF65-F5344CB8AC3E}">
        <p14:creationId xmlns:p14="http://schemas.microsoft.com/office/powerpoint/2010/main" val="1024456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Testing the ROS2 install with the Turtle simulator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Run in separate terminals:</a:t>
            </a:r>
          </a:p>
          <a:p>
            <a:pPr lvl="1"/>
            <a:r>
              <a:rPr lang="en-US" dirty="0" smtClean="0"/>
              <a:t># Always source first:</a:t>
            </a:r>
          </a:p>
          <a:p>
            <a:pPr lvl="1"/>
            <a:r>
              <a:rPr lang="en-US" dirty="0"/>
              <a:t>source /opt/</a:t>
            </a:r>
            <a:r>
              <a:rPr lang="en-US" dirty="0" err="1"/>
              <a:t>ros</a:t>
            </a:r>
            <a:r>
              <a:rPr lang="en-US" dirty="0"/>
              <a:t>/humble/</a:t>
            </a:r>
            <a:r>
              <a:rPr lang="en-US" dirty="0" err="1"/>
              <a:t>setup.bash</a:t>
            </a:r>
            <a:endParaRPr lang="en-US" dirty="0"/>
          </a:p>
          <a:p>
            <a:pPr lvl="1"/>
            <a:r>
              <a:rPr lang="en-US" dirty="0" smtClean="0"/>
              <a:t># Run ros2 w/turtle simulator</a:t>
            </a:r>
          </a:p>
          <a:p>
            <a:pPr lvl="1"/>
            <a:r>
              <a:rPr lang="en-US" dirty="0" smtClean="0"/>
              <a:t>ros2 </a:t>
            </a:r>
            <a:r>
              <a:rPr lang="en-US" dirty="0"/>
              <a:t>run </a:t>
            </a:r>
            <a:r>
              <a:rPr lang="en-US" dirty="0" err="1"/>
              <a:t>turtlesim</a:t>
            </a:r>
            <a:r>
              <a:rPr lang="en-US" dirty="0"/>
              <a:t> </a:t>
            </a:r>
            <a:r>
              <a:rPr lang="en-US" dirty="0" err="1" smtClean="0"/>
              <a:t>turtlesim_node</a:t>
            </a:r>
            <a:endParaRPr lang="en-US" dirty="0" smtClean="0"/>
          </a:p>
          <a:p>
            <a:pPr lvl="1"/>
            <a:r>
              <a:rPr lang="en-US" dirty="0" smtClean="0"/>
              <a:t># Control the turtle with the keyboard:</a:t>
            </a:r>
          </a:p>
          <a:p>
            <a:pPr lvl="1"/>
            <a:r>
              <a:rPr lang="en-US" dirty="0" smtClean="0"/>
              <a:t>ros2 </a:t>
            </a:r>
            <a:r>
              <a:rPr lang="en-US" dirty="0"/>
              <a:t>run </a:t>
            </a:r>
            <a:r>
              <a:rPr lang="en-US" dirty="0" err="1"/>
              <a:t>turtlesim</a:t>
            </a:r>
            <a:r>
              <a:rPr lang="en-US" dirty="0"/>
              <a:t> </a:t>
            </a:r>
            <a:r>
              <a:rPr lang="en-US" dirty="0" err="1" smtClean="0"/>
              <a:t>turtle_teleop_key</a:t>
            </a:r>
            <a:endParaRPr lang="en-US" dirty="0" smtClean="0"/>
          </a:p>
          <a:p>
            <a:pPr lvl="1"/>
            <a:r>
              <a:rPr lang="en-US" dirty="0" smtClean="0"/>
              <a:t># Get telemetry info:</a:t>
            </a:r>
          </a:p>
          <a:p>
            <a:pPr lvl="1"/>
            <a:r>
              <a:rPr lang="en-US" dirty="0"/>
              <a:t>ros2 topic echo /turtle1/</a:t>
            </a:r>
            <a:r>
              <a:rPr lang="en-US" dirty="0" err="1"/>
              <a:t>cmd_vel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54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Creating new ROS2 </a:t>
            </a:r>
            <a:r>
              <a:rPr lang="en-US" dirty="0"/>
              <a:t>workspace</a:t>
            </a:r>
            <a:br>
              <a:rPr lang="en-US" dirty="0"/>
            </a:br>
            <a:r>
              <a:rPr lang="en-US" sz="1400" dirty="0"/>
              <a:t>https://docs.ros.org/en/humble/Tutorials/Beginner-Client-Libraries/Creating-A-Workspace/Creating-A-Workspace.html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6715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source /</a:t>
            </a:r>
            <a:r>
              <a:rPr lang="en-US" dirty="0" smtClean="0"/>
              <a:t>opt/</a:t>
            </a:r>
            <a:r>
              <a:rPr lang="en-US" dirty="0" err="1" smtClean="0"/>
              <a:t>ros</a:t>
            </a:r>
            <a:r>
              <a:rPr lang="en-US" dirty="0" smtClean="0"/>
              <a:t>/humble/</a:t>
            </a:r>
            <a:r>
              <a:rPr lang="en-US" dirty="0" err="1" smtClean="0"/>
              <a:t>setup.bash</a:t>
            </a:r>
            <a:endParaRPr lang="en-US" dirty="0" smtClean="0"/>
          </a:p>
          <a:p>
            <a:r>
              <a:rPr lang="en-US" dirty="0" err="1"/>
              <a:t>mkdir</a:t>
            </a:r>
            <a:r>
              <a:rPr lang="en-US" dirty="0"/>
              <a:t> -p ~/</a:t>
            </a:r>
            <a:r>
              <a:rPr lang="en-US" dirty="0" smtClean="0"/>
              <a:t>ros2_ws/</a:t>
            </a:r>
            <a:r>
              <a:rPr lang="en-US" dirty="0" err="1" smtClean="0"/>
              <a:t>src</a:t>
            </a:r>
            <a:endParaRPr lang="en-US" dirty="0" smtClean="0"/>
          </a:p>
          <a:p>
            <a:r>
              <a:rPr lang="en-US" dirty="0"/>
              <a:t>cd ~/</a:t>
            </a:r>
            <a:r>
              <a:rPr lang="en-US" dirty="0" smtClean="0"/>
              <a:t>ros2_ws/</a:t>
            </a:r>
            <a:r>
              <a:rPr lang="en-US" dirty="0" err="1" smtClean="0"/>
              <a:t>src</a:t>
            </a:r>
            <a:endParaRPr lang="en-US" dirty="0" smtClean="0"/>
          </a:p>
          <a:p>
            <a:r>
              <a:rPr lang="en-US" dirty="0" smtClean="0"/>
              <a:t># Clone your repo into </a:t>
            </a:r>
            <a:r>
              <a:rPr lang="en-US" dirty="0" err="1" smtClean="0"/>
              <a:t>src</a:t>
            </a:r>
            <a:r>
              <a:rPr lang="en-US" dirty="0" smtClean="0"/>
              <a:t> (this is example that includes the turtle </a:t>
            </a:r>
            <a:r>
              <a:rPr lang="en-US" dirty="0" err="1" smtClean="0"/>
              <a:t>sim</a:t>
            </a:r>
            <a:r>
              <a:rPr lang="en-US" dirty="0" smtClean="0"/>
              <a:t>).</a:t>
            </a:r>
          </a:p>
          <a:p>
            <a:r>
              <a:rPr lang="en-US" dirty="0" err="1"/>
              <a:t>git</a:t>
            </a:r>
            <a:r>
              <a:rPr lang="en-US" dirty="0"/>
              <a:t> clone https://github.com/ros/ros_tutorials.git -b </a:t>
            </a:r>
            <a:r>
              <a:rPr lang="en-US" dirty="0" smtClean="0"/>
              <a:t>humble</a:t>
            </a:r>
          </a:p>
          <a:p>
            <a:r>
              <a:rPr lang="en-US" dirty="0" smtClean="0"/>
              <a:t># Go back to base directory.</a:t>
            </a:r>
          </a:p>
          <a:p>
            <a:r>
              <a:rPr lang="en-US" dirty="0" smtClean="0"/>
              <a:t>cd ..</a:t>
            </a:r>
          </a:p>
          <a:p>
            <a:r>
              <a:rPr lang="en-US" dirty="0" smtClean="0"/>
              <a:t># Need to initialize (just once).</a:t>
            </a:r>
          </a:p>
          <a:p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rosdep</a:t>
            </a:r>
            <a:r>
              <a:rPr lang="en-US" dirty="0" smtClean="0"/>
              <a:t> </a:t>
            </a:r>
            <a:r>
              <a:rPr lang="en-US" dirty="0" err="1" smtClean="0"/>
              <a:t>init</a:t>
            </a:r>
            <a:endParaRPr lang="en-US" dirty="0" smtClean="0"/>
          </a:p>
          <a:p>
            <a:r>
              <a:rPr lang="en-US" dirty="0" err="1"/>
              <a:t>r</a:t>
            </a:r>
            <a:r>
              <a:rPr lang="en-US" dirty="0" err="1" smtClean="0"/>
              <a:t>osdep</a:t>
            </a:r>
            <a:r>
              <a:rPr lang="en-US" dirty="0" smtClean="0"/>
              <a:t> update</a:t>
            </a:r>
          </a:p>
          <a:p>
            <a:r>
              <a:rPr lang="en-US" dirty="0" err="1"/>
              <a:t>rosdep</a:t>
            </a:r>
            <a:r>
              <a:rPr lang="en-US" dirty="0"/>
              <a:t> install -</a:t>
            </a:r>
            <a:r>
              <a:rPr lang="en-US" dirty="0" err="1"/>
              <a:t>i</a:t>
            </a:r>
            <a:r>
              <a:rPr lang="en-US" dirty="0"/>
              <a:t> --from-path </a:t>
            </a:r>
            <a:r>
              <a:rPr lang="en-US" dirty="0" err="1"/>
              <a:t>src</a:t>
            </a:r>
            <a:r>
              <a:rPr lang="en-US" dirty="0"/>
              <a:t> --</a:t>
            </a:r>
            <a:r>
              <a:rPr lang="en-US" dirty="0" err="1"/>
              <a:t>rosdistro</a:t>
            </a:r>
            <a:r>
              <a:rPr lang="en-US" dirty="0"/>
              <a:t> </a:t>
            </a:r>
            <a:r>
              <a:rPr lang="en-US" dirty="0" smtClean="0"/>
              <a:t>humble</a:t>
            </a:r>
          </a:p>
          <a:p>
            <a:r>
              <a:rPr lang="en-US" dirty="0" err="1" smtClean="0"/>
              <a:t>colcon</a:t>
            </a:r>
            <a:r>
              <a:rPr lang="en-US" dirty="0" smtClean="0"/>
              <a:t> build</a:t>
            </a:r>
          </a:p>
          <a:p>
            <a:r>
              <a:rPr lang="en-US" dirty="0" smtClean="0"/>
              <a:t># In a NEW terminal source the original and the new build:</a:t>
            </a:r>
          </a:p>
          <a:p>
            <a:r>
              <a:rPr lang="en-US" dirty="0"/>
              <a:t>source /</a:t>
            </a:r>
            <a:r>
              <a:rPr lang="en-US" dirty="0" smtClean="0"/>
              <a:t>opt/</a:t>
            </a:r>
            <a:r>
              <a:rPr lang="en-US" dirty="0" err="1" smtClean="0"/>
              <a:t>ros</a:t>
            </a:r>
            <a:r>
              <a:rPr lang="en-US" dirty="0" smtClean="0"/>
              <a:t>/humble/</a:t>
            </a:r>
            <a:r>
              <a:rPr lang="en-US" dirty="0" err="1" smtClean="0"/>
              <a:t>setup.bash</a:t>
            </a:r>
            <a:endParaRPr lang="en-US" dirty="0" smtClean="0"/>
          </a:p>
          <a:p>
            <a:r>
              <a:rPr lang="en-US" dirty="0" smtClean="0"/>
              <a:t>cd ~/ros2_ws</a:t>
            </a:r>
          </a:p>
          <a:p>
            <a:r>
              <a:rPr lang="en-US" dirty="0"/>
              <a:t>source </a:t>
            </a:r>
            <a:r>
              <a:rPr lang="en-US" dirty="0" smtClean="0"/>
              <a:t>install/</a:t>
            </a:r>
            <a:r>
              <a:rPr lang="en-US" dirty="0" err="1" smtClean="0"/>
              <a:t>local_setup.bash</a:t>
            </a:r>
            <a:endParaRPr lang="en-US" dirty="0" smtClean="0"/>
          </a:p>
          <a:p>
            <a:r>
              <a:rPr lang="en-US" dirty="0"/>
              <a:t>ros2 run </a:t>
            </a:r>
            <a:r>
              <a:rPr lang="en-US" dirty="0" err="1"/>
              <a:t>turtlesim</a:t>
            </a:r>
            <a:r>
              <a:rPr lang="en-US" dirty="0"/>
              <a:t> </a:t>
            </a:r>
            <a:r>
              <a:rPr lang="en-US" dirty="0" err="1"/>
              <a:t>turtlesim_node</a:t>
            </a:r>
            <a:endParaRPr lang="en-US" dirty="0" smtClean="0"/>
          </a:p>
          <a:p>
            <a:r>
              <a:rPr lang="en-US" dirty="0" smtClean="0"/>
              <a:t># If you change the source, need to do the </a:t>
            </a:r>
            <a:r>
              <a:rPr lang="en-US" dirty="0" err="1" smtClean="0"/>
              <a:t>colcon</a:t>
            </a:r>
            <a:r>
              <a:rPr lang="en-US" dirty="0" smtClean="0"/>
              <a:t> build again and source it again!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587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 tutorial </a:t>
            </a:r>
            <a:r>
              <a:rPr lang="en-US" dirty="0" err="1" smtClean="0"/>
              <a:t>turtlesim</a:t>
            </a:r>
            <a:r>
              <a:rPr lang="en-US" dirty="0" smtClean="0"/>
              <a:t> to do what you want?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 modify: change ~/ros2_ws/</a:t>
            </a:r>
            <a:r>
              <a:rPr lang="en-US" dirty="0" err="1" smtClean="0"/>
              <a:t>src</a:t>
            </a:r>
            <a:r>
              <a:rPr lang="en-US" dirty="0" smtClean="0"/>
              <a:t>/</a:t>
            </a:r>
            <a:r>
              <a:rPr lang="en-US" dirty="0" err="1" smtClean="0"/>
              <a:t>ros_tutorials</a:t>
            </a:r>
            <a:r>
              <a:rPr lang="en-US" dirty="0" smtClean="0"/>
              <a:t>/</a:t>
            </a:r>
            <a:r>
              <a:rPr lang="en-US" dirty="0" err="1" smtClean="0"/>
              <a:t>turtlesim</a:t>
            </a:r>
            <a:r>
              <a:rPr lang="en-US" dirty="0" smtClean="0"/>
              <a:t>/</a:t>
            </a:r>
            <a:r>
              <a:rPr lang="en-US" dirty="0" err="1" smtClean="0"/>
              <a:t>src</a:t>
            </a:r>
            <a:r>
              <a:rPr lang="en-US" dirty="0" smtClean="0"/>
              <a:t>/turtle_frame.cpp</a:t>
            </a:r>
          </a:p>
          <a:p>
            <a:pPr lvl="1"/>
            <a:r>
              <a:rPr lang="en-US" dirty="0" smtClean="0"/>
              <a:t>Change </a:t>
            </a:r>
            <a:r>
              <a:rPr lang="en-US" dirty="0" err="1" smtClean="0"/>
              <a:t>setWindowTitle</a:t>
            </a:r>
            <a:r>
              <a:rPr lang="en-US" dirty="0" smtClean="0"/>
              <a:t> to “</a:t>
            </a:r>
            <a:r>
              <a:rPr lang="en-US" dirty="0" err="1" smtClean="0"/>
              <a:t>JoesTurtleSim</a:t>
            </a:r>
            <a:r>
              <a:rPr lang="en-US" dirty="0" smtClean="0"/>
              <a:t>”</a:t>
            </a:r>
          </a:p>
          <a:p>
            <a:pPr lvl="1"/>
            <a:r>
              <a:rPr lang="en-US" dirty="0" smtClean="0"/>
              <a:t>cd ~/ros2_ws</a:t>
            </a:r>
          </a:p>
          <a:p>
            <a:pPr lvl="1"/>
            <a:r>
              <a:rPr lang="en-US" dirty="0" err="1" smtClean="0"/>
              <a:t>colcon</a:t>
            </a:r>
            <a:r>
              <a:rPr lang="en-US" dirty="0" smtClean="0"/>
              <a:t> build</a:t>
            </a:r>
          </a:p>
          <a:p>
            <a:pPr lvl="1"/>
            <a:r>
              <a:rPr lang="en-US" dirty="0" smtClean="0"/>
              <a:t>source &amp; run again (see previous)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269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Running with the real </a:t>
            </a:r>
            <a:r>
              <a:rPr lang="en-US" dirty="0" err="1" smtClean="0"/>
              <a:t>RosMaster</a:t>
            </a:r>
            <a:r>
              <a:rPr lang="en-US" dirty="0" smtClean="0"/>
              <a:t> board</a:t>
            </a:r>
            <a:br>
              <a:rPr lang="en-US" dirty="0" smtClean="0"/>
            </a:br>
            <a:r>
              <a:rPr lang="en-US" dirty="0" smtClean="0"/>
              <a:t>taken from downloaded VM ~/workspace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1"/>
            <a:endParaRPr lang="en-US" dirty="0"/>
          </a:p>
          <a:p>
            <a:r>
              <a:rPr lang="en-US" dirty="0" smtClean="0"/>
              <a:t>Make sure USB connected: </a:t>
            </a:r>
            <a:r>
              <a:rPr lang="en-US" dirty="0" err="1" smtClean="0"/>
              <a:t>ls</a:t>
            </a:r>
            <a:r>
              <a:rPr lang="en-US" dirty="0" smtClean="0"/>
              <a:t> -l /</a:t>
            </a:r>
            <a:r>
              <a:rPr lang="en-US" dirty="0" err="1" smtClean="0"/>
              <a:t>dev</a:t>
            </a:r>
            <a:r>
              <a:rPr lang="en-US" dirty="0" smtClean="0"/>
              <a:t>/</a:t>
            </a:r>
            <a:r>
              <a:rPr lang="en-US" dirty="0" err="1" smtClean="0"/>
              <a:t>myserial</a:t>
            </a:r>
            <a:endParaRPr lang="en-US" dirty="0" smtClean="0"/>
          </a:p>
          <a:p>
            <a:r>
              <a:rPr lang="en-US" dirty="0" smtClean="0"/>
              <a:t># Setup basic ros2 humble environment:</a:t>
            </a:r>
          </a:p>
          <a:p>
            <a:r>
              <a:rPr lang="en-US" dirty="0"/>
              <a:t>source /opt/</a:t>
            </a:r>
            <a:r>
              <a:rPr lang="en-US" dirty="0" err="1"/>
              <a:t>ros</a:t>
            </a:r>
            <a:r>
              <a:rPr lang="en-US" dirty="0"/>
              <a:t>/humble/</a:t>
            </a:r>
            <a:r>
              <a:rPr lang="en-US" dirty="0" err="1"/>
              <a:t>setup.bash</a:t>
            </a:r>
            <a:endParaRPr lang="en-US" dirty="0"/>
          </a:p>
          <a:p>
            <a:r>
              <a:rPr lang="en-US" dirty="0" smtClean="0"/>
              <a:t># Run the </a:t>
            </a:r>
            <a:r>
              <a:rPr lang="en-US" dirty="0" err="1" smtClean="0"/>
              <a:t>Rosmaster</a:t>
            </a:r>
            <a:r>
              <a:rPr lang="en-US" dirty="0" smtClean="0"/>
              <a:t> board driver (in another terminal):</a:t>
            </a:r>
          </a:p>
          <a:p>
            <a:r>
              <a:rPr lang="en-US" dirty="0" smtClean="0"/>
              <a:t>python3 /home/guy/py_install/Rosmaster_Lib/Rosmaster_Lib.py</a:t>
            </a:r>
          </a:p>
          <a:p>
            <a:r>
              <a:rPr lang="en-US" dirty="0" smtClean="0"/>
              <a:t># Source the local workspace’s environment setup:</a:t>
            </a:r>
          </a:p>
          <a:p>
            <a:r>
              <a:rPr lang="en-US" dirty="0" smtClean="0"/>
              <a:t>source ~/workspace/</a:t>
            </a:r>
            <a:r>
              <a:rPr lang="en-US" dirty="0" err="1" smtClean="0"/>
              <a:t>src</a:t>
            </a:r>
            <a:r>
              <a:rPr lang="en-US" dirty="0" smtClean="0"/>
              <a:t>/install/</a:t>
            </a:r>
            <a:r>
              <a:rPr lang="en-US" dirty="0" err="1" smtClean="0"/>
              <a:t>local_setup.bash</a:t>
            </a:r>
            <a:endParaRPr lang="en-US" dirty="0" smtClean="0"/>
          </a:p>
          <a:p>
            <a:r>
              <a:rPr lang="en-US" dirty="0" smtClean="0"/>
              <a:t># Bring up ros2:</a:t>
            </a:r>
          </a:p>
          <a:p>
            <a:r>
              <a:rPr lang="en-US" dirty="0"/>
              <a:t>ros2 launch </a:t>
            </a:r>
            <a:r>
              <a:rPr lang="en-US" dirty="0" err="1"/>
              <a:t>yahboomcar_description</a:t>
            </a:r>
            <a:r>
              <a:rPr lang="en-US" dirty="0"/>
              <a:t> </a:t>
            </a:r>
            <a:r>
              <a:rPr lang="en-US" dirty="0" smtClean="0"/>
              <a:t>display.launch.py</a:t>
            </a:r>
          </a:p>
          <a:p>
            <a:pPr lvl="1"/>
            <a:r>
              <a:rPr lang="en-US" dirty="0" smtClean="0"/>
              <a:t>This exits out with error: </a:t>
            </a:r>
          </a:p>
          <a:p>
            <a:pPr lvl="1"/>
            <a:r>
              <a:rPr lang="en-US" dirty="0"/>
              <a:t>[ERROR] [rviz2-3]: process has died [</a:t>
            </a:r>
            <a:r>
              <a:rPr lang="en-US" dirty="0" err="1"/>
              <a:t>pid</a:t>
            </a:r>
            <a:r>
              <a:rPr lang="en-US" dirty="0"/>
              <a:t> 13919, exit code -11, </a:t>
            </a:r>
            <a:r>
              <a:rPr lang="en-US" dirty="0" err="1"/>
              <a:t>cmd</a:t>
            </a:r>
            <a:r>
              <a:rPr lang="en-US" dirty="0"/>
              <a:t> '/opt/</a:t>
            </a:r>
            <a:r>
              <a:rPr lang="en-US" dirty="0" err="1"/>
              <a:t>ros</a:t>
            </a:r>
            <a:r>
              <a:rPr lang="en-US" dirty="0"/>
              <a:t>/humble/lib/rviz2/rviz2 -d /home/guy/workspace/</a:t>
            </a:r>
            <a:r>
              <a:rPr lang="en-US" dirty="0" err="1"/>
              <a:t>src</a:t>
            </a:r>
            <a:r>
              <a:rPr lang="en-US" dirty="0"/>
              <a:t>/install/</a:t>
            </a:r>
            <a:r>
              <a:rPr lang="en-US" dirty="0" err="1"/>
              <a:t>yahboomcar_description</a:t>
            </a:r>
            <a:r>
              <a:rPr lang="en-US" dirty="0"/>
              <a:t>/share/</a:t>
            </a:r>
            <a:r>
              <a:rPr lang="en-US" dirty="0" err="1"/>
              <a:t>yahboomcar_description</a:t>
            </a:r>
            <a:r>
              <a:rPr lang="en-US" dirty="0"/>
              <a:t>/</a:t>
            </a:r>
            <a:r>
              <a:rPr lang="en-US" dirty="0" err="1"/>
              <a:t>rviz</a:t>
            </a:r>
            <a:r>
              <a:rPr lang="en-US" dirty="0"/>
              <a:t>/</a:t>
            </a:r>
            <a:r>
              <a:rPr lang="en-US" dirty="0" err="1"/>
              <a:t>yahboomcar.rviz</a:t>
            </a:r>
            <a:r>
              <a:rPr lang="en-US" dirty="0"/>
              <a:t> --</a:t>
            </a:r>
            <a:r>
              <a:rPr lang="en-US" dirty="0" err="1"/>
              <a:t>ros-args</a:t>
            </a:r>
            <a:r>
              <a:rPr lang="en-US" dirty="0"/>
              <a:t> -r __node:=rviz2</a:t>
            </a:r>
            <a:r>
              <a:rPr lang="en-US" dirty="0" smtClean="0"/>
              <a:t>'].</a:t>
            </a:r>
          </a:p>
          <a:p>
            <a:r>
              <a:rPr lang="en-US" dirty="0" smtClean="0"/>
              <a:t># Other examples show something like this:</a:t>
            </a:r>
          </a:p>
          <a:p>
            <a:r>
              <a:rPr lang="en-US" dirty="0" smtClean="0"/>
              <a:t>ros2 </a:t>
            </a:r>
            <a:r>
              <a:rPr lang="en-US" dirty="0"/>
              <a:t>launch </a:t>
            </a:r>
            <a:r>
              <a:rPr lang="en-US" dirty="0" err="1"/>
              <a:t>yahboomcar_bringup</a:t>
            </a:r>
            <a:r>
              <a:rPr lang="en-US" dirty="0"/>
              <a:t> bringup.launch.py</a:t>
            </a:r>
          </a:p>
          <a:p>
            <a:pPr lvl="1"/>
            <a:r>
              <a:rPr lang="en-US" dirty="0"/>
              <a:t>*there is no </a:t>
            </a:r>
            <a:r>
              <a:rPr lang="en-US" dirty="0" err="1"/>
              <a:t>yahboomcar_bringup</a:t>
            </a:r>
            <a:r>
              <a:rPr lang="en-US" dirty="0"/>
              <a:t> or </a:t>
            </a:r>
            <a:r>
              <a:rPr lang="en-US" dirty="0" smtClean="0"/>
              <a:t>bringup.launch.py</a:t>
            </a:r>
          </a:p>
          <a:p>
            <a:pPr lvl="1"/>
            <a:r>
              <a:rPr lang="en-US" dirty="0" smtClean="0"/>
              <a:t>**Where to get this?!?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976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3637</TotalTime>
  <Words>844</Words>
  <Application>Microsoft Office PowerPoint</Application>
  <PresentationFormat>Widescreen</PresentationFormat>
  <Paragraphs>126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Yahboom ROS2 board</vt:lpstr>
      <vt:lpstr>PowerPoint Presentation</vt:lpstr>
      <vt:lpstr>PowerPoint Presentation</vt:lpstr>
      <vt:lpstr>PowerPoint Presentation</vt:lpstr>
      <vt:lpstr>PowerPoint Presentation</vt:lpstr>
      <vt:lpstr>Links</vt:lpstr>
      <vt:lpstr>Connecting from Linux / Pi using straight Python (the Rosmaster_Lib)</vt:lpstr>
      <vt:lpstr>Connecting from Windows Subsystem for Linux</vt:lpstr>
      <vt:lpstr>Control motors and movement</vt:lpstr>
      <vt:lpstr>Controlling PWM servos</vt:lpstr>
      <vt:lpstr>Control serial servos</vt:lpstr>
      <vt:lpstr>Other serial servo board:</vt:lpstr>
      <vt:lpstr>Installing ROS2 in Linux</vt:lpstr>
      <vt:lpstr>Testing the ROS2 install with the Turtle simulator</vt:lpstr>
      <vt:lpstr>Creating new ROS2 workspace https://docs.ros.org/en/humble/Tutorials/Beginner-Client-Libraries/Creating-A-Workspace/Creating-A-Workspace.html</vt:lpstr>
      <vt:lpstr>Change tutorial turtlesim to do what you want?</vt:lpstr>
      <vt:lpstr>Running with the real RosMaster board taken from downloaded VM ~/workspace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Yahboom ROS2 board</dc:title>
  <dc:creator>Microsoft account</dc:creator>
  <cp:lastModifiedBy>Bluuugg Blerk</cp:lastModifiedBy>
  <cp:revision>101</cp:revision>
  <dcterms:created xsi:type="dcterms:W3CDTF">2026-03-12T00:54:36Z</dcterms:created>
  <dcterms:modified xsi:type="dcterms:W3CDTF">2026-04-29T03:03:38Z</dcterms:modified>
</cp:coreProperties>
</file>