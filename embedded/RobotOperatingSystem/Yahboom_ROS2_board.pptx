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238854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554992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292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302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19333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69517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81088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29646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38190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624301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121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4754554-1BE5-4E82-B131-2EEEA354167B}" type="datetimeFigureOut">
              <a:rPr lang="en-US" smtClean="0"/>
              <a:t>3/13/2026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E3F64AD-9C4E-42AA-AE65-0EDEF6D0D39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627863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 err="1" smtClean="0"/>
              <a:t>Yahboom</a:t>
            </a:r>
            <a:r>
              <a:rPr lang="en-US" dirty="0" smtClean="0"/>
              <a:t> ROS2 board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808934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s://m.media-amazon.com/images/I/71ZOklLcN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17728" y="638114"/>
            <a:ext cx="5219603" cy="559160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845536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 descr="https://m.media-amazon.com/images/I/717PiIjAJh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60785" y="205464"/>
            <a:ext cx="6424147" cy="6375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8979844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Picture 2" descr="https://m.media-amazon.com/images/I/71DzcJ4cXK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0977" y="235255"/>
            <a:ext cx="6354946" cy="63549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5135135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Picture 2" descr="https://m.media-amazon.com/images/I/71NdE9+tUaL._AC_SL1500_.jpg"/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49769" y="115153"/>
            <a:ext cx="6664128" cy="66596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34101898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Connecting from Linux / Pi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 fontScale="55000" lnSpcReduction="20000"/>
          </a:bodyPr>
          <a:lstStyle/>
          <a:p>
            <a:r>
              <a:rPr lang="en-US" dirty="0" err="1" smtClean="0"/>
              <a:t>lsusb</a:t>
            </a:r>
            <a:r>
              <a:rPr lang="en-US" dirty="0" smtClean="0"/>
              <a:t> to verify it sees the ‘</a:t>
            </a:r>
            <a:r>
              <a:rPr lang="en-US" dirty="0" err="1" smtClean="0"/>
              <a:t>QinHeng</a:t>
            </a:r>
            <a:r>
              <a:rPr lang="en-US" dirty="0" smtClean="0"/>
              <a:t>’ device</a:t>
            </a:r>
          </a:p>
          <a:p>
            <a:r>
              <a:rPr lang="en-US" dirty="0" smtClean="0"/>
              <a:t>Make /</a:t>
            </a:r>
            <a:r>
              <a:rPr lang="en-US" dirty="0" err="1" smtClean="0"/>
              <a:t>etc</a:t>
            </a:r>
            <a:r>
              <a:rPr lang="en-US" dirty="0" smtClean="0"/>
              <a:t>/</a:t>
            </a:r>
            <a:r>
              <a:rPr lang="en-US" dirty="0" err="1" smtClean="0"/>
              <a:t>udev</a:t>
            </a:r>
            <a:r>
              <a:rPr lang="en-US" dirty="0" smtClean="0"/>
              <a:t>/</a:t>
            </a:r>
            <a:r>
              <a:rPr lang="en-US" dirty="0" err="1" smtClean="0"/>
              <a:t>rules.d</a:t>
            </a:r>
            <a:r>
              <a:rPr lang="en-US" dirty="0" smtClean="0"/>
              <a:t>/</a:t>
            </a:r>
            <a:r>
              <a:rPr lang="en-US" dirty="0" err="1" smtClean="0"/>
              <a:t>myserial.rules</a:t>
            </a:r>
            <a:r>
              <a:rPr lang="en-US" dirty="0" smtClean="0"/>
              <a:t> file with:</a:t>
            </a:r>
          </a:p>
          <a:p>
            <a:pPr lvl="1"/>
            <a:r>
              <a:rPr lang="en-US" sz="1400" dirty="0"/>
              <a:t>KERNEL=="</a:t>
            </a:r>
            <a:r>
              <a:rPr lang="en-US" sz="1400" dirty="0" err="1"/>
              <a:t>ttyUSB</a:t>
            </a:r>
            <a:r>
              <a:rPr lang="en-US" sz="1400" dirty="0"/>
              <a:t>*", ATTRS{</a:t>
            </a:r>
            <a:r>
              <a:rPr lang="en-US" sz="1400" dirty="0" err="1"/>
              <a:t>idVendor</a:t>
            </a:r>
            <a:r>
              <a:rPr lang="en-US" sz="1400" dirty="0"/>
              <a:t>}=="1a86", ATTRS{</a:t>
            </a:r>
            <a:r>
              <a:rPr lang="en-US" sz="1400" dirty="0" err="1"/>
              <a:t>idProduct</a:t>
            </a:r>
            <a:r>
              <a:rPr lang="en-US" sz="1400" dirty="0"/>
              <a:t>}=="7523", MODE:="0777", SYMLINK+="</a:t>
            </a:r>
            <a:r>
              <a:rPr lang="en-US" sz="1400" dirty="0" err="1" smtClean="0"/>
              <a:t>myserial</a:t>
            </a:r>
            <a:r>
              <a:rPr lang="en-US" sz="1400" dirty="0" smtClean="0"/>
              <a:t>“</a:t>
            </a:r>
          </a:p>
          <a:p>
            <a:pPr lvl="1"/>
            <a:r>
              <a:rPr lang="en-US" dirty="0" smtClean="0"/>
              <a:t>'/dev/</a:t>
            </a:r>
            <a:r>
              <a:rPr lang="en-US" dirty="0" err="1" smtClean="0"/>
              <a:t>myserial</a:t>
            </a:r>
            <a:r>
              <a:rPr lang="en-US" dirty="0" smtClean="0"/>
              <a:t>' is what the </a:t>
            </a:r>
            <a:r>
              <a:rPr lang="en-US" dirty="0" err="1" smtClean="0"/>
              <a:t>Rosmaster</a:t>
            </a:r>
            <a:r>
              <a:rPr lang="en-US" dirty="0" smtClean="0"/>
              <a:t> bot constructer uses to connect</a:t>
            </a:r>
          </a:p>
          <a:p>
            <a:r>
              <a:rPr lang="en-US" dirty="0" smtClean="0"/>
              <a:t>It should have these permissions: -</a:t>
            </a:r>
            <a:r>
              <a:rPr lang="en-US" dirty="0" err="1" smtClean="0"/>
              <a:t>rwxr</a:t>
            </a:r>
            <a:r>
              <a:rPr lang="en-US" dirty="0" smtClean="0"/>
              <a:t>-</a:t>
            </a:r>
            <a:r>
              <a:rPr lang="en-US" dirty="0" err="1" smtClean="0"/>
              <a:t>xr</a:t>
            </a:r>
            <a:r>
              <a:rPr lang="en-US" dirty="0" smtClean="0"/>
              <a:t>-x</a:t>
            </a:r>
          </a:p>
          <a:p>
            <a:r>
              <a:rPr lang="en-US" dirty="0" smtClean="0"/>
              <a:t>ls -l /dev/</a:t>
            </a:r>
            <a:r>
              <a:rPr lang="en-US" dirty="0" err="1" smtClean="0"/>
              <a:t>myserial</a:t>
            </a:r>
            <a:r>
              <a:rPr lang="en-US" dirty="0" smtClean="0"/>
              <a:t> should show the link: /dev/</a:t>
            </a:r>
            <a:r>
              <a:rPr lang="en-US" dirty="0" err="1" smtClean="0"/>
              <a:t>myserial</a:t>
            </a:r>
            <a:r>
              <a:rPr lang="en-US" dirty="0" smtClean="0"/>
              <a:t> </a:t>
            </a:r>
            <a:r>
              <a:rPr lang="en-US" dirty="0" smtClean="0">
                <a:sym typeface="Wingdings" panose="05000000000000000000" pitchFamily="2" charset="2"/>
              </a:rPr>
              <a:t> ttyUSB0</a:t>
            </a:r>
          </a:p>
          <a:p>
            <a:r>
              <a:rPr lang="en-US" dirty="0" smtClean="0">
                <a:sym typeface="Wingdings" panose="05000000000000000000" pitchFamily="2" charset="2"/>
              </a:rPr>
              <a:t>Install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 library from code from downloaded py_install.zip: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cd </a:t>
            </a:r>
            <a:r>
              <a:rPr lang="en-US" dirty="0" err="1" smtClean="0">
                <a:sym typeface="Wingdings" panose="05000000000000000000" pitchFamily="2" charset="2"/>
              </a:rPr>
              <a:t>py_install</a:t>
            </a:r>
            <a:endParaRPr lang="en-US" dirty="0" smtClean="0">
              <a:sym typeface="Wingdings" panose="05000000000000000000" pitchFamily="2" charset="2"/>
            </a:endParaRP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python3 setup.py install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*Might also have to re-install the serial library</a:t>
            </a:r>
          </a:p>
          <a:p>
            <a:pPr lvl="2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pip3 uninstall serial</a:t>
            </a:r>
          </a:p>
          <a:p>
            <a:pPr lvl="2"/>
            <a:r>
              <a:rPr lang="en-US" dirty="0" err="1" smtClean="0">
                <a:sym typeface="Wingdings" panose="05000000000000000000" pitchFamily="2" charset="2"/>
              </a:rPr>
              <a:t>sudo</a:t>
            </a:r>
            <a:r>
              <a:rPr lang="en-US" dirty="0" smtClean="0">
                <a:sym typeface="Wingdings" panose="05000000000000000000" pitchFamily="2" charset="2"/>
              </a:rPr>
              <a:t> pip3 install </a:t>
            </a:r>
            <a:r>
              <a:rPr lang="en-US" dirty="0" err="1" smtClean="0">
                <a:sym typeface="Wingdings" panose="05000000000000000000" pitchFamily="2" charset="2"/>
              </a:rPr>
              <a:t>pyserial</a:t>
            </a:r>
            <a:endParaRPr lang="en-US" dirty="0" smtClean="0">
              <a:sym typeface="Wingdings" panose="05000000000000000000" pitchFamily="2" charset="2"/>
            </a:endParaRPr>
          </a:p>
          <a:p>
            <a:r>
              <a:rPr lang="en-US" dirty="0" smtClean="0">
                <a:sym typeface="Wingdings" panose="05000000000000000000" pitchFamily="2" charset="2"/>
              </a:rPr>
              <a:t>Then you can execute in python:</a:t>
            </a: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from </a:t>
            </a:r>
            <a:r>
              <a:rPr lang="en-US" dirty="0" err="1" smtClean="0">
                <a:sym typeface="Wingdings" panose="05000000000000000000" pitchFamily="2" charset="2"/>
              </a:rPr>
              <a:t>Rosmaster_Lib</a:t>
            </a:r>
            <a:r>
              <a:rPr lang="en-US" dirty="0" smtClean="0">
                <a:sym typeface="Wingdings" panose="05000000000000000000" pitchFamily="2" charset="2"/>
              </a:rPr>
              <a:t> import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endParaRPr lang="en-US" dirty="0" smtClean="0">
              <a:sym typeface="Wingdings" panose="05000000000000000000" pitchFamily="2" charset="2"/>
            </a:endParaRPr>
          </a:p>
          <a:p>
            <a:pPr lvl="1"/>
            <a:r>
              <a:rPr lang="en-US" dirty="0" smtClean="0">
                <a:sym typeface="Wingdings" panose="05000000000000000000" pitchFamily="2" charset="2"/>
              </a:rPr>
              <a:t>bot = </a:t>
            </a:r>
            <a:r>
              <a:rPr lang="en-US" dirty="0" err="1" smtClean="0">
                <a:sym typeface="Wingdings" panose="05000000000000000000" pitchFamily="2" charset="2"/>
              </a:rPr>
              <a:t>Rosmaster</a:t>
            </a:r>
            <a:r>
              <a:rPr lang="en-US" dirty="0" smtClean="0">
                <a:sym typeface="Wingdings" panose="05000000000000000000" pitchFamily="2" charset="2"/>
              </a:rPr>
              <a:t>()</a:t>
            </a:r>
          </a:p>
          <a:p>
            <a:pPr lvl="1"/>
            <a:r>
              <a:rPr lang="en-US" dirty="0" err="1" smtClean="0">
                <a:sym typeface="Wingdings" panose="05000000000000000000" pitchFamily="2" charset="2"/>
              </a:rPr>
              <a:t>bot.set_motor</a:t>
            </a:r>
            <a:r>
              <a:rPr lang="en-US" dirty="0" smtClean="0">
                <a:sym typeface="Wingdings" panose="05000000000000000000" pitchFamily="2" charset="2"/>
              </a:rPr>
              <a:t>(50,0,0,0)</a:t>
            </a:r>
          </a:p>
          <a:p>
            <a:pPr lvl="1"/>
            <a:r>
              <a:rPr lang="en-US" dirty="0" err="1">
                <a:sym typeface="Wingdings" panose="05000000000000000000" pitchFamily="2" charset="2"/>
              </a:rPr>
              <a:t>b</a:t>
            </a:r>
            <a:r>
              <a:rPr lang="en-US" dirty="0" err="1" smtClean="0">
                <a:sym typeface="Wingdings" panose="05000000000000000000" pitchFamily="2" charset="2"/>
              </a:rPr>
              <a:t>ot.set_beep</a:t>
            </a:r>
            <a:r>
              <a:rPr lang="en-US" dirty="0" smtClean="0">
                <a:sym typeface="Wingdings" panose="05000000000000000000" pitchFamily="2" charset="2"/>
              </a:rPr>
              <a:t>(100)</a:t>
            </a:r>
            <a:endParaRPr lang="en-US" dirty="0" smtClean="0">
              <a:sym typeface="Wingdings" panose="05000000000000000000" pitchFamily="2" charset="2"/>
            </a:endParaRPr>
          </a:p>
          <a:p>
            <a:r>
              <a:rPr lang="en-US" dirty="0" smtClean="0"/>
              <a:t>*Works on Pi 5, but not on Jetson Orin Nano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3858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569</TotalTime>
  <Words>141</Words>
  <Application>Microsoft Office PowerPoint</Application>
  <PresentationFormat>Widescreen</PresentationFormat>
  <Paragraphs>20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Calibri Light</vt:lpstr>
      <vt:lpstr>Wingdings</vt:lpstr>
      <vt:lpstr>Office Theme</vt:lpstr>
      <vt:lpstr>Yahboom ROS2 board</vt:lpstr>
      <vt:lpstr>PowerPoint Presentation</vt:lpstr>
      <vt:lpstr>PowerPoint Presentation</vt:lpstr>
      <vt:lpstr>PowerPoint Presentation</vt:lpstr>
      <vt:lpstr>PowerPoint Presentation</vt:lpstr>
      <vt:lpstr>Connecting from Linux / Pi</vt:lpstr>
    </vt:vector>
  </TitlesOfParts>
  <Company>HP</Company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Yahboom ROS2 board</dc:title>
  <dc:creator>Microsoft account</dc:creator>
  <cp:lastModifiedBy>Microsoft account</cp:lastModifiedBy>
  <cp:revision>7</cp:revision>
  <dcterms:created xsi:type="dcterms:W3CDTF">2026-03-12T00:54:36Z</dcterms:created>
  <dcterms:modified xsi:type="dcterms:W3CDTF">2026-03-13T19:29:11Z</dcterms:modified>
</cp:coreProperties>
</file>