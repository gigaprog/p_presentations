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6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9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1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6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9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5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6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9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0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FADDC-8152-4E75-921C-DBD73E98940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950F8-D141-436F-AAC3-BA49DE49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Robot Operating System V2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Robot Operating System V2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Real-time support</a:t>
            </a:r>
          </a:p>
          <a:p>
            <a:r>
              <a:rPr lang="en-US" dirty="0" smtClean="0"/>
              <a:t>Uses DDS (Data Distribution System)</a:t>
            </a:r>
          </a:p>
          <a:p>
            <a:pPr lvl="1"/>
            <a:r>
              <a:rPr lang="en-US" dirty="0" smtClean="0"/>
              <a:t>no central master controller</a:t>
            </a:r>
          </a:p>
          <a:p>
            <a:pPr lvl="1"/>
            <a:r>
              <a:rPr lang="en-US" dirty="0" smtClean="0"/>
              <a:t>Real-time deterministic execution w/low latency</a:t>
            </a:r>
          </a:p>
          <a:p>
            <a:pPr lvl="1"/>
            <a:r>
              <a:rPr lang="en-US" dirty="0" smtClean="0"/>
              <a:t>Can coordinate multiple robots over the network</a:t>
            </a:r>
          </a:p>
          <a:p>
            <a:r>
              <a:rPr lang="en-US" dirty="0" smtClean="0"/>
              <a:t>Security features SROS: encrypted </a:t>
            </a:r>
            <a:r>
              <a:rPr lang="en-US" dirty="0" err="1" smtClean="0"/>
              <a:t>comm</a:t>
            </a:r>
            <a:r>
              <a:rPr lang="en-US" dirty="0" smtClean="0"/>
              <a:t>, authentication, etc.</a:t>
            </a:r>
          </a:p>
          <a:p>
            <a:r>
              <a:rPr lang="en-US" dirty="0" smtClean="0"/>
              <a:t>Available on Linux, Windows, </a:t>
            </a:r>
            <a:r>
              <a:rPr lang="en-US" dirty="0" err="1" smtClean="0"/>
              <a:t>macOS</a:t>
            </a:r>
            <a:r>
              <a:rPr lang="en-US" dirty="0" smtClean="0"/>
              <a:t>, microcontrollers.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8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Sending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rclpy</a:t>
            </a:r>
            <a:r>
              <a:rPr lang="en-US" dirty="0" smtClean="0"/>
              <a:t> is python client library</a:t>
            </a:r>
          </a:p>
          <a:p>
            <a:r>
              <a:rPr lang="en-US" dirty="0" smtClean="0"/>
              <a:t>You can publish a message to start moving:</a:t>
            </a:r>
          </a:p>
          <a:p>
            <a:pPr lvl="1"/>
            <a:r>
              <a:rPr lang="en-US" dirty="0" smtClean="0"/>
              <a:t>‘Twist’ with linear speed from 0.0 – 1.0</a:t>
            </a:r>
          </a:p>
          <a:p>
            <a:pPr lvl="1"/>
            <a:r>
              <a:rPr lang="en-US" dirty="0" smtClean="0"/>
              <a:t>Then publish another message to stop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83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telemetry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subscription for your callback function:</a:t>
            </a:r>
          </a:p>
          <a:p>
            <a:pPr lvl="1"/>
            <a:r>
              <a:rPr lang="en-US" dirty="0" err="1" smtClean="0"/>
              <a:t>self.create_subscription</a:t>
            </a:r>
            <a:r>
              <a:rPr lang="en-US" dirty="0" smtClean="0"/>
              <a:t>(Float32, 'ultrasonic', </a:t>
            </a:r>
            <a:r>
              <a:rPr lang="en-US" dirty="0" err="1" smtClean="0"/>
              <a:t>self.ultrasonic_callback</a:t>
            </a:r>
            <a:r>
              <a:rPr lang="en-US" dirty="0" smtClean="0"/>
              <a:t>, 10)</a:t>
            </a:r>
          </a:p>
          <a:p>
            <a:r>
              <a:rPr lang="en-US" dirty="0" smtClean="0"/>
              <a:t>Then you unpack the data from the </a:t>
            </a:r>
            <a:r>
              <a:rPr lang="en-US" dirty="0" err="1" smtClean="0"/>
              <a:t>msg</a:t>
            </a:r>
            <a:r>
              <a:rPr lang="en-US" dirty="0" smtClean="0"/>
              <a:t> </a:t>
            </a:r>
            <a:r>
              <a:rPr lang="en-US" dirty="0" err="1" smtClean="0"/>
              <a:t>param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ultrasonic_callback</a:t>
            </a:r>
            <a:r>
              <a:rPr lang="en-US" dirty="0" smtClean="0"/>
              <a:t>(self, </a:t>
            </a:r>
            <a:r>
              <a:rPr lang="en-US" dirty="0" err="1" smtClean="0"/>
              <a:t>msg</a:t>
            </a:r>
            <a:r>
              <a:rPr lang="en-US" dirty="0" smtClean="0"/>
              <a:t>):</a:t>
            </a:r>
          </a:p>
          <a:p>
            <a:pPr lvl="2"/>
            <a:r>
              <a:rPr lang="en-US" dirty="0" smtClean="0"/>
              <a:t>distance = </a:t>
            </a:r>
            <a:r>
              <a:rPr lang="en-US" dirty="0" err="1" smtClean="0"/>
              <a:t>msg.data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4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 ROS robot based on </a:t>
            </a:r>
            <a:r>
              <a:rPr lang="en-US" dirty="0" err="1" smtClean="0"/>
              <a:t>Yahboom</a:t>
            </a:r>
            <a:r>
              <a:rPr lang="en-US" dirty="0" smtClean="0"/>
              <a:t> </a:t>
            </a:r>
            <a:r>
              <a:rPr lang="en-US" dirty="0" err="1" smtClean="0"/>
              <a:t>RaspBot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is in \embedded\</a:t>
            </a:r>
            <a:r>
              <a:rPr lang="en-US" dirty="0" err="1" smtClean="0"/>
              <a:t>RaspberryPi</a:t>
            </a:r>
            <a:r>
              <a:rPr lang="en-US" dirty="0" smtClean="0"/>
              <a:t>\ROS2_driver\</a:t>
            </a:r>
          </a:p>
          <a:p>
            <a:r>
              <a:rPr lang="en-US" dirty="0" smtClean="0"/>
              <a:t>Mclumk_Wheel_Sports.py calculates motor speeds for </a:t>
            </a:r>
            <a:r>
              <a:rPr lang="en-US" dirty="0" err="1" smtClean="0"/>
              <a:t>Mechanum</a:t>
            </a:r>
            <a:r>
              <a:rPr lang="en-US" dirty="0" smtClean="0"/>
              <a:t> wheels</a:t>
            </a:r>
          </a:p>
          <a:p>
            <a:r>
              <a:rPr lang="en-US" dirty="0" smtClean="0"/>
              <a:t>Raspbot_Lib.py is empty template to take commands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Yahboom</a:t>
            </a:r>
            <a:r>
              <a:rPr lang="en-US" dirty="0" smtClean="0"/>
              <a:t> robot works through calling I2C commands, but that all needs to be replaced</a:t>
            </a:r>
          </a:p>
          <a:p>
            <a:r>
              <a:rPr lang="en-US" dirty="0" smtClean="0"/>
              <a:t>Mcnamu_driver_template.py is the main driver code for motors, servos, RGB, buzzer, sensors.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08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184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Robot Operating System V2</vt:lpstr>
      <vt:lpstr>Features of Robot Operating System V2 </vt:lpstr>
      <vt:lpstr>Sending messages</vt:lpstr>
      <vt:lpstr>Getting telemetry data</vt:lpstr>
      <vt:lpstr>Template ROS robot based on Yahboom RaspBot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Operating System V2</dc:title>
  <dc:creator>Bluuugg Blerk</dc:creator>
  <cp:lastModifiedBy>Bluuugg Blerk</cp:lastModifiedBy>
  <cp:revision>16</cp:revision>
  <dcterms:created xsi:type="dcterms:W3CDTF">2026-05-29T23:58:12Z</dcterms:created>
  <dcterms:modified xsi:type="dcterms:W3CDTF">2026-05-30T09:04:14Z</dcterms:modified>
</cp:coreProperties>
</file>