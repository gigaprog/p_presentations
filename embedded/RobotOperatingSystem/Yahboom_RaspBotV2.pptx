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43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8313F-85CE-48B7-B0B9-F26100672579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8B998-EDB7-431C-BA7D-44BB757B7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9773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8313F-85CE-48B7-B0B9-F26100672579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8B998-EDB7-431C-BA7D-44BB757B7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2178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8313F-85CE-48B7-B0B9-F26100672579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8B998-EDB7-431C-BA7D-44BB757B7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601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8313F-85CE-48B7-B0B9-F26100672579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8B998-EDB7-431C-BA7D-44BB757B7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852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8313F-85CE-48B7-B0B9-F26100672579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8B998-EDB7-431C-BA7D-44BB757B7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950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8313F-85CE-48B7-B0B9-F26100672579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8B998-EDB7-431C-BA7D-44BB757B7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5500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8313F-85CE-48B7-B0B9-F26100672579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8B998-EDB7-431C-BA7D-44BB757B7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27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8313F-85CE-48B7-B0B9-F26100672579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8B998-EDB7-431C-BA7D-44BB757B7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091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8313F-85CE-48B7-B0B9-F26100672579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8B998-EDB7-431C-BA7D-44BB757B7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025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8313F-85CE-48B7-B0B9-F26100672579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8B998-EDB7-431C-BA7D-44BB757B7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437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38313F-85CE-48B7-B0B9-F26100672579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A8B998-EDB7-431C-BA7D-44BB757B7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927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38313F-85CE-48B7-B0B9-F26100672579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A8B998-EDB7-431C-BA7D-44BB757B71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3188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/>
              <a:t>Yahboom</a:t>
            </a:r>
            <a:r>
              <a:rPr lang="en-US" dirty="0" smtClean="0"/>
              <a:t> </a:t>
            </a:r>
            <a:r>
              <a:rPr lang="en-US" dirty="0" err="1" smtClean="0"/>
              <a:t>RaspBot</a:t>
            </a:r>
            <a:r>
              <a:rPr lang="en-US" dirty="0" smtClean="0"/>
              <a:t> V2</a:t>
            </a:r>
            <a:br>
              <a:rPr lang="en-US" dirty="0" smtClean="0"/>
            </a:br>
            <a:r>
              <a:rPr lang="en-US" dirty="0" smtClean="0"/>
              <a:t>ROS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585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to login &amp; call ROS commands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 err="1" smtClean="0"/>
              <a:t>ssh</a:t>
            </a:r>
            <a:r>
              <a:rPr lang="en-US" dirty="0" smtClean="0"/>
              <a:t> pi@192.168.1.11 *get IP address from display</a:t>
            </a:r>
          </a:p>
          <a:p>
            <a:pPr lvl="1"/>
            <a:r>
              <a:rPr lang="en-US" dirty="0" smtClean="0"/>
              <a:t>username: pi  password: </a:t>
            </a:r>
            <a:r>
              <a:rPr lang="en-US" dirty="0" err="1" smtClean="0"/>
              <a:t>yahboom</a:t>
            </a:r>
            <a:endParaRPr lang="en-US" dirty="0" smtClean="0"/>
          </a:p>
          <a:p>
            <a:r>
              <a:rPr lang="en-US" dirty="0" smtClean="0"/>
              <a:t>ROS v2 Humble is installed in a </a:t>
            </a:r>
            <a:r>
              <a:rPr lang="en-US" dirty="0" err="1" smtClean="0"/>
              <a:t>Docker</a:t>
            </a:r>
            <a:r>
              <a:rPr lang="en-US" dirty="0" smtClean="0"/>
              <a:t> container:</a:t>
            </a:r>
          </a:p>
          <a:p>
            <a:pPr lvl="1"/>
            <a:r>
              <a:rPr lang="en-US" dirty="0" smtClean="0"/>
              <a:t># *Note it may ALREADY be running so call </a:t>
            </a:r>
            <a:r>
              <a:rPr lang="en-US" dirty="0" err="1" smtClean="0"/>
              <a:t>docker</a:t>
            </a:r>
            <a:r>
              <a:rPr lang="en-US" dirty="0" smtClean="0"/>
              <a:t> </a:t>
            </a:r>
            <a:r>
              <a:rPr lang="en-US" dirty="0" err="1" smtClean="0"/>
              <a:t>ps</a:t>
            </a:r>
            <a:r>
              <a:rPr lang="en-US" dirty="0" smtClean="0"/>
              <a:t> first to check!</a:t>
            </a:r>
          </a:p>
          <a:p>
            <a:pPr lvl="1"/>
            <a:r>
              <a:rPr lang="en-US" dirty="0" smtClean="0"/>
              <a:t>bash ~/docker_ros2.sh</a:t>
            </a:r>
          </a:p>
          <a:p>
            <a:pPr lvl="1"/>
            <a:r>
              <a:rPr lang="en-US" dirty="0" smtClean="0"/>
              <a:t># Basic launch:</a:t>
            </a:r>
          </a:p>
          <a:p>
            <a:pPr lvl="1"/>
            <a:r>
              <a:rPr lang="en-US" dirty="0"/>
              <a:t>ros2 launch </a:t>
            </a:r>
            <a:r>
              <a:rPr lang="en-US" dirty="0" err="1" smtClean="0"/>
              <a:t>yahboomcar_bringup</a:t>
            </a:r>
            <a:r>
              <a:rPr lang="en-US" dirty="0" smtClean="0"/>
              <a:t> bringup.launch.py</a:t>
            </a:r>
          </a:p>
          <a:p>
            <a:r>
              <a:rPr lang="en-US" dirty="0" smtClean="0"/>
              <a:t>To call ros2 commands need to bring up a separate terminal but stay in the same </a:t>
            </a:r>
            <a:r>
              <a:rPr lang="en-US" dirty="0" err="1" smtClean="0"/>
              <a:t>Docker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# Run this to see the existing </a:t>
            </a:r>
            <a:r>
              <a:rPr lang="en-US" dirty="0" err="1" smtClean="0"/>
              <a:t>Docker</a:t>
            </a:r>
            <a:r>
              <a:rPr lang="en-US" dirty="0" smtClean="0"/>
              <a:t> instances running:</a:t>
            </a:r>
          </a:p>
          <a:p>
            <a:pPr lvl="1"/>
            <a:r>
              <a:rPr lang="en-US" dirty="0" err="1" smtClean="0"/>
              <a:t>docker</a:t>
            </a:r>
            <a:r>
              <a:rPr lang="en-US" dirty="0" smtClean="0"/>
              <a:t> </a:t>
            </a:r>
            <a:r>
              <a:rPr lang="en-US" dirty="0" err="1" smtClean="0"/>
              <a:t>ps</a:t>
            </a:r>
            <a:endParaRPr lang="en-US" dirty="0" smtClean="0"/>
          </a:p>
          <a:p>
            <a:pPr lvl="1"/>
            <a:r>
              <a:rPr lang="en-US" dirty="0" smtClean="0"/>
              <a:t># Then use the container ID or name to get into that existing instance:</a:t>
            </a:r>
          </a:p>
          <a:p>
            <a:pPr lvl="1"/>
            <a:r>
              <a:rPr lang="en-US" dirty="0" err="1" smtClean="0"/>
              <a:t>docker</a:t>
            </a:r>
            <a:r>
              <a:rPr lang="en-US" dirty="0" smtClean="0"/>
              <a:t> exec --it </a:t>
            </a:r>
            <a:r>
              <a:rPr lang="en-US" dirty="0" err="1" smtClean="0"/>
              <a:t>eager_wilbur</a:t>
            </a:r>
            <a:r>
              <a:rPr lang="en-US" dirty="0" smtClean="0"/>
              <a:t> bash</a:t>
            </a:r>
          </a:p>
          <a:p>
            <a:r>
              <a:rPr lang="en-US" dirty="0" smtClean="0"/>
              <a:t>Then start calling ros2 commands (or </a:t>
            </a:r>
            <a:r>
              <a:rPr lang="en-US" dirty="0" err="1" smtClean="0"/>
              <a:t>ros</a:t>
            </a:r>
            <a:r>
              <a:rPr lang="en-US" dirty="0" smtClean="0"/>
              <a:t> scripts):</a:t>
            </a:r>
          </a:p>
          <a:p>
            <a:pPr lvl="1"/>
            <a:r>
              <a:rPr lang="en-US" dirty="0" smtClean="0"/>
              <a:t># Might need to source the ROS environment:</a:t>
            </a:r>
          </a:p>
          <a:p>
            <a:pPr lvl="1"/>
            <a:r>
              <a:rPr lang="en-US" dirty="0"/>
              <a:t>source /opt/</a:t>
            </a:r>
            <a:r>
              <a:rPr lang="en-US" dirty="0" err="1"/>
              <a:t>ros</a:t>
            </a:r>
            <a:r>
              <a:rPr lang="en-US" dirty="0"/>
              <a:t>/humble/</a:t>
            </a:r>
            <a:r>
              <a:rPr lang="en-US" dirty="0" err="1"/>
              <a:t>setup.bash</a:t>
            </a:r>
            <a:r>
              <a:rPr lang="en-US" dirty="0"/>
              <a:t> &amp;&amp; source /root/</a:t>
            </a:r>
            <a:r>
              <a:rPr lang="en-US" dirty="0" err="1"/>
              <a:t>yahboomcar_ws</a:t>
            </a:r>
            <a:r>
              <a:rPr lang="en-US" dirty="0"/>
              <a:t>/install/</a:t>
            </a:r>
            <a:r>
              <a:rPr lang="en-US" dirty="0" err="1"/>
              <a:t>setup.bash</a:t>
            </a:r>
            <a:endParaRPr lang="en-US" dirty="0"/>
          </a:p>
          <a:p>
            <a:pPr lvl="1"/>
            <a:r>
              <a:rPr lang="en-US" dirty="0" smtClean="0"/>
              <a:t># Turn on the LED headlight to green:</a:t>
            </a:r>
          </a:p>
          <a:p>
            <a:pPr lvl="1"/>
            <a:r>
              <a:rPr lang="en-US" dirty="0"/>
              <a:t>ros2 topic pub /</a:t>
            </a:r>
            <a:r>
              <a:rPr lang="en-US" dirty="0" err="1"/>
              <a:t>rgblight</a:t>
            </a:r>
            <a:r>
              <a:rPr lang="en-US" dirty="0"/>
              <a:t> </a:t>
            </a:r>
            <a:r>
              <a:rPr lang="en-US" dirty="0" err="1"/>
              <a:t>std_msgs</a:t>
            </a:r>
            <a:r>
              <a:rPr lang="en-US" dirty="0"/>
              <a:t>/</a:t>
            </a:r>
            <a:r>
              <a:rPr lang="en-US" dirty="0" err="1"/>
              <a:t>msg</a:t>
            </a:r>
            <a:r>
              <a:rPr lang="en-US" dirty="0"/>
              <a:t>/Int32MultiArray "data: [0, 255, 0]" --once</a:t>
            </a:r>
            <a:endParaRPr lang="en-US" dirty="0" smtClean="0"/>
          </a:p>
          <a:p>
            <a:pPr lvl="1"/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9900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Python script to change LED </a:t>
            </a:r>
            <a:r>
              <a:rPr lang="en-US" dirty="0" err="1" smtClean="0"/>
              <a:t>lightbar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from </a:t>
            </a:r>
            <a:r>
              <a:rPr lang="en-US" dirty="0" err="1"/>
              <a:t>Raspbot_Lib</a:t>
            </a:r>
            <a:r>
              <a:rPr lang="en-US" dirty="0"/>
              <a:t> import </a:t>
            </a:r>
            <a:r>
              <a:rPr lang="en-US" dirty="0" err="1"/>
              <a:t>Raspbot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car = </a:t>
            </a:r>
            <a:r>
              <a:rPr lang="en-US" dirty="0" err="1"/>
              <a:t>Raspbot</a:t>
            </a:r>
            <a:r>
              <a:rPr lang="en-US" dirty="0"/>
              <a:t>()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car.Ctrl_WQ2812_brightness_Alone(1,  255, 0,   0)   # LED 1 = red</a:t>
            </a:r>
          </a:p>
          <a:p>
            <a:pPr marL="0" indent="0">
              <a:buNone/>
            </a:pPr>
            <a:r>
              <a:rPr lang="en-US" dirty="0"/>
              <a:t>car.Ctrl_WQ2812_brightness_Alone(2,  0,   255, 0)   # LED 2 = green</a:t>
            </a:r>
          </a:p>
          <a:p>
            <a:pPr marL="0" indent="0">
              <a:buNone/>
            </a:pPr>
            <a:r>
              <a:rPr lang="en-US" dirty="0"/>
              <a:t>car.Ctrl_WQ2812_brightness_Alone(3,  0,   0,   255) # LED 3 = blue</a:t>
            </a:r>
          </a:p>
          <a:p>
            <a:pPr marL="0" indent="0">
              <a:buNone/>
            </a:pPr>
            <a:r>
              <a:rPr lang="en-US" dirty="0"/>
              <a:t>car.Ctrl_WQ2812_brightness_Alone(4,  255, 255, 0)   # LED 4 = yellow</a:t>
            </a:r>
          </a:p>
        </p:txBody>
      </p:sp>
    </p:spTree>
    <p:extLst>
      <p:ext uri="{BB962C8B-B14F-4D97-AF65-F5344CB8AC3E}">
        <p14:creationId xmlns:p14="http://schemas.microsoft.com/office/powerpoint/2010/main" val="1310966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Move robot forward at speed for duration: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# Move </a:t>
            </a:r>
            <a:r>
              <a:rPr lang="en-US" dirty="0" smtClean="0"/>
              <a:t>forward at certain rate: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ros2 topic pub /</a:t>
            </a:r>
            <a:r>
              <a:rPr lang="en-US" dirty="0" err="1"/>
              <a:t>cmd_vel</a:t>
            </a:r>
            <a:r>
              <a:rPr lang="en-US" dirty="0"/>
              <a:t> </a:t>
            </a:r>
            <a:r>
              <a:rPr lang="en-US" dirty="0" err="1"/>
              <a:t>geometry_msgs</a:t>
            </a:r>
            <a:r>
              <a:rPr lang="en-US" dirty="0"/>
              <a:t>/</a:t>
            </a:r>
            <a:r>
              <a:rPr lang="en-US" dirty="0" err="1"/>
              <a:t>msg</a:t>
            </a:r>
            <a:r>
              <a:rPr lang="en-US" dirty="0"/>
              <a:t>/Twist "linear:</a:t>
            </a:r>
          </a:p>
          <a:p>
            <a:pPr marL="0" indent="0">
              <a:buNone/>
            </a:pPr>
            <a:r>
              <a:rPr lang="en-US" dirty="0"/>
              <a:t>  x: 0.15</a:t>
            </a:r>
          </a:p>
          <a:p>
            <a:pPr marL="0" indent="0">
              <a:buNone/>
            </a:pPr>
            <a:r>
              <a:rPr lang="en-US" dirty="0"/>
              <a:t>  y: 0.0</a:t>
            </a:r>
          </a:p>
          <a:p>
            <a:pPr marL="0" indent="0">
              <a:buNone/>
            </a:pPr>
            <a:r>
              <a:rPr lang="en-US" dirty="0"/>
              <a:t>  z: 0.0</a:t>
            </a:r>
          </a:p>
          <a:p>
            <a:pPr marL="0" indent="0">
              <a:buNone/>
            </a:pPr>
            <a:r>
              <a:rPr lang="en-US" dirty="0"/>
              <a:t>angular:</a:t>
            </a:r>
          </a:p>
          <a:p>
            <a:pPr marL="0" indent="0">
              <a:buNone/>
            </a:pPr>
            <a:r>
              <a:rPr lang="en-US" dirty="0"/>
              <a:t>  x: 0.0</a:t>
            </a:r>
          </a:p>
          <a:p>
            <a:pPr marL="0" indent="0">
              <a:buNone/>
            </a:pPr>
            <a:r>
              <a:rPr lang="en-US" dirty="0"/>
              <a:t>  y: 0.0</a:t>
            </a:r>
          </a:p>
          <a:p>
            <a:pPr marL="0" indent="0">
              <a:buNone/>
            </a:pPr>
            <a:r>
              <a:rPr lang="en-US" dirty="0"/>
              <a:t>  z: 0.0" --times 20 --rate </a:t>
            </a:r>
            <a:r>
              <a:rPr lang="en-US" dirty="0" smtClean="0"/>
              <a:t>10</a:t>
            </a:r>
          </a:p>
          <a:p>
            <a:pPr marL="0" indent="0">
              <a:buNone/>
            </a:pPr>
            <a:r>
              <a:rPr lang="en-US" dirty="0" smtClean="0"/>
              <a:t># then stop:</a:t>
            </a:r>
          </a:p>
          <a:p>
            <a:pPr marL="0" indent="0">
              <a:buNone/>
            </a:pPr>
            <a:r>
              <a:rPr lang="en-US" dirty="0"/>
              <a:t>ros2 topic pub /</a:t>
            </a:r>
            <a:r>
              <a:rPr lang="en-US" dirty="0" err="1"/>
              <a:t>cmd_vel</a:t>
            </a:r>
            <a:r>
              <a:rPr lang="en-US" dirty="0"/>
              <a:t> </a:t>
            </a:r>
            <a:r>
              <a:rPr lang="en-US" dirty="0" err="1"/>
              <a:t>geometry_msgs</a:t>
            </a:r>
            <a:r>
              <a:rPr lang="en-US" dirty="0"/>
              <a:t>/</a:t>
            </a:r>
            <a:r>
              <a:rPr lang="en-US" dirty="0" err="1"/>
              <a:t>msg</a:t>
            </a:r>
            <a:r>
              <a:rPr lang="en-US" dirty="0"/>
              <a:t>/Twist "linear: {x: 0.0, y: 0.0, z: 0.0}" --once</a:t>
            </a:r>
          </a:p>
        </p:txBody>
      </p:sp>
    </p:spTree>
    <p:extLst>
      <p:ext uri="{BB962C8B-B14F-4D97-AF65-F5344CB8AC3E}">
        <p14:creationId xmlns:p14="http://schemas.microsoft.com/office/powerpoint/2010/main" val="2886416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Move forward in python script: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311215"/>
            <a:ext cx="10515600" cy="4865748"/>
          </a:xfrm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US" dirty="0"/>
              <a:t>import </a:t>
            </a:r>
            <a:r>
              <a:rPr lang="en-US" dirty="0" err="1"/>
              <a:t>rclpy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from </a:t>
            </a:r>
            <a:r>
              <a:rPr lang="en-US" dirty="0" err="1"/>
              <a:t>rclpy.node</a:t>
            </a:r>
            <a:r>
              <a:rPr lang="en-US" dirty="0"/>
              <a:t> import Node</a:t>
            </a:r>
          </a:p>
          <a:p>
            <a:pPr marL="0" indent="0">
              <a:buNone/>
            </a:pPr>
            <a:r>
              <a:rPr lang="en-US" dirty="0"/>
              <a:t>from geometry_msgs.msg import Twist</a:t>
            </a:r>
          </a:p>
          <a:p>
            <a:pPr marL="0" indent="0">
              <a:buNone/>
            </a:pPr>
            <a:r>
              <a:rPr lang="en-US" dirty="0"/>
              <a:t>import time</a:t>
            </a:r>
          </a:p>
          <a:p>
            <a:pPr marL="0" indent="0">
              <a:buNone/>
            </a:pPr>
            <a:r>
              <a:rPr lang="en-US" dirty="0" smtClean="0"/>
              <a:t># </a:t>
            </a:r>
            <a:r>
              <a:rPr lang="en-US" dirty="0" err="1" smtClean="0"/>
              <a:t>rclpy</a:t>
            </a:r>
            <a:r>
              <a:rPr lang="en-US" dirty="0" smtClean="0"/>
              <a:t> is the primary client library for ROS2!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rclpy.init</a:t>
            </a:r>
            <a:r>
              <a:rPr lang="en-US" dirty="0"/>
              <a:t>()</a:t>
            </a:r>
          </a:p>
          <a:p>
            <a:pPr marL="0" indent="0">
              <a:buNone/>
            </a:pPr>
            <a:r>
              <a:rPr lang="en-US" dirty="0"/>
              <a:t>node = Node('mover')</a:t>
            </a:r>
          </a:p>
          <a:p>
            <a:pPr marL="0" indent="0">
              <a:buNone/>
            </a:pPr>
            <a:r>
              <a:rPr lang="en-US" dirty="0"/>
              <a:t>pub = </a:t>
            </a:r>
            <a:r>
              <a:rPr lang="en-US" dirty="0" err="1"/>
              <a:t>node.create_publisher</a:t>
            </a:r>
            <a:r>
              <a:rPr lang="en-US" dirty="0"/>
              <a:t>(Twist, '</a:t>
            </a:r>
            <a:r>
              <a:rPr lang="en-US" dirty="0" err="1"/>
              <a:t>cmd_vel</a:t>
            </a:r>
            <a:r>
              <a:rPr lang="en-US" dirty="0"/>
              <a:t>', 1</a:t>
            </a:r>
            <a:r>
              <a:rPr lang="en-US" dirty="0" smtClean="0"/>
              <a:t>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# Move forward</a:t>
            </a:r>
          </a:p>
          <a:p>
            <a:pPr marL="0" indent="0">
              <a:buNone/>
            </a:pPr>
            <a:r>
              <a:rPr lang="en-US" dirty="0" err="1"/>
              <a:t>msg</a:t>
            </a:r>
            <a:r>
              <a:rPr lang="en-US" dirty="0"/>
              <a:t> = Twist()</a:t>
            </a:r>
          </a:p>
          <a:p>
            <a:pPr marL="0" indent="0">
              <a:buNone/>
            </a:pPr>
            <a:r>
              <a:rPr lang="en-US" dirty="0" err="1"/>
              <a:t>msg.linear.x</a:t>
            </a:r>
            <a:r>
              <a:rPr lang="en-US" dirty="0"/>
              <a:t> = 0.15</a:t>
            </a:r>
          </a:p>
          <a:p>
            <a:pPr marL="0" indent="0">
              <a:buNone/>
            </a:pPr>
            <a:r>
              <a:rPr lang="en-US" dirty="0" err="1"/>
              <a:t>pub.publish</a:t>
            </a:r>
            <a:r>
              <a:rPr lang="en-US" dirty="0"/>
              <a:t>(</a:t>
            </a:r>
            <a:r>
              <a:rPr lang="en-US" dirty="0" err="1"/>
              <a:t>msg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 err="1"/>
              <a:t>time.sleep</a:t>
            </a:r>
            <a:r>
              <a:rPr lang="en-US" dirty="0"/>
              <a:t>(2</a:t>
            </a:r>
            <a:r>
              <a:rPr lang="en-US" dirty="0" smtClean="0"/>
              <a:t>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# Stop</a:t>
            </a:r>
          </a:p>
          <a:p>
            <a:pPr marL="0" indent="0">
              <a:buNone/>
            </a:pPr>
            <a:r>
              <a:rPr lang="en-US" dirty="0" err="1"/>
              <a:t>msg.linear.x</a:t>
            </a:r>
            <a:r>
              <a:rPr lang="en-US" dirty="0"/>
              <a:t> = 0.0</a:t>
            </a:r>
          </a:p>
          <a:p>
            <a:pPr marL="0" indent="0">
              <a:buNone/>
            </a:pPr>
            <a:r>
              <a:rPr lang="en-US" dirty="0" err="1"/>
              <a:t>pub.publish</a:t>
            </a:r>
            <a:r>
              <a:rPr lang="en-US" dirty="0"/>
              <a:t>(</a:t>
            </a:r>
            <a:r>
              <a:rPr lang="en-US" dirty="0" err="1"/>
              <a:t>msg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 smtClean="0"/>
              <a:t># Cleanup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node.destroy_node</a:t>
            </a:r>
            <a:r>
              <a:rPr lang="en-US" dirty="0"/>
              <a:t>()</a:t>
            </a:r>
          </a:p>
          <a:p>
            <a:pPr marL="0" indent="0">
              <a:buNone/>
            </a:pPr>
            <a:r>
              <a:rPr lang="en-US" dirty="0" err="1"/>
              <a:t>rclpy.shutdown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667170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Python scripts to run robot commands: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# Because ‘</a:t>
            </a:r>
            <a:r>
              <a:rPr lang="en-US" dirty="0" err="1" smtClean="0"/>
              <a:t>docker</a:t>
            </a:r>
            <a:r>
              <a:rPr lang="en-US" dirty="0" smtClean="0"/>
              <a:t> run’ is called file changes are lost except for /root/temp which is mapped to /home/pi/temp</a:t>
            </a:r>
          </a:p>
          <a:p>
            <a:r>
              <a:rPr lang="en-US" dirty="0" smtClean="0"/>
              <a:t>cd /root/temp</a:t>
            </a:r>
          </a:p>
          <a:p>
            <a:r>
              <a:rPr lang="en-US" dirty="0" smtClean="0"/>
              <a:t>python3 move_forward.py</a:t>
            </a:r>
          </a:p>
          <a:p>
            <a:r>
              <a:rPr lang="en-US" smtClean="0"/>
              <a:t>python3 LED_set_lights.py</a:t>
            </a:r>
          </a:p>
          <a:p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34846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3611</TotalTime>
  <Words>424</Words>
  <Application>Microsoft Office PowerPoint</Application>
  <PresentationFormat>Widescreen</PresentationFormat>
  <Paragraphs>64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Yahboom RaspBot V2 ROS</vt:lpstr>
      <vt:lpstr>How to login &amp; call ROS commands</vt:lpstr>
      <vt:lpstr>Python script to change LED lightbar</vt:lpstr>
      <vt:lpstr>Move robot forward at speed for duration:</vt:lpstr>
      <vt:lpstr>Move forward in python script:</vt:lpstr>
      <vt:lpstr>Python scripts to run robot commands: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Yahboom RaspBot V2 ROS installation</dc:title>
  <dc:creator>Bluuugg Blerk</dc:creator>
  <cp:lastModifiedBy>Bluuugg Blerk</cp:lastModifiedBy>
  <cp:revision>25</cp:revision>
  <dcterms:created xsi:type="dcterms:W3CDTF">2026-05-28T22:53:23Z</dcterms:created>
  <dcterms:modified xsi:type="dcterms:W3CDTF">2026-06-04T23:25:59Z</dcterms:modified>
</cp:coreProperties>
</file>