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447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092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8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81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986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352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333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911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563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627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20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F455-F842-49DC-9F73-AF0BDCAB1B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300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My ROS2 robot</a:t>
            </a:r>
            <a:br>
              <a:rPr lang="en-US" dirty="0" smtClean="0"/>
            </a:br>
            <a:r>
              <a:rPr lang="en-US" dirty="0" smtClean="0"/>
              <a:t>based on </a:t>
            </a:r>
            <a:r>
              <a:rPr lang="en-US" dirty="0" err="1" smtClean="0"/>
              <a:t>YahBoom</a:t>
            </a:r>
            <a:r>
              <a:rPr lang="en-US" dirty="0" smtClean="0"/>
              <a:t> </a:t>
            </a:r>
            <a:r>
              <a:rPr lang="en-US" dirty="0" err="1" smtClean="0"/>
              <a:t>RasbBot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261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Yahboom’s</a:t>
            </a:r>
            <a:r>
              <a:rPr lang="en-US" dirty="0" smtClean="0"/>
              <a:t> startup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Got rid of the startup scripts in /home/pi/.</a:t>
            </a:r>
            <a:r>
              <a:rPr lang="en-US" dirty="0" err="1" smtClean="0"/>
              <a:t>config</a:t>
            </a:r>
            <a:r>
              <a:rPr lang="en-US" dirty="0" smtClean="0"/>
              <a:t>/</a:t>
            </a:r>
            <a:r>
              <a:rPr lang="en-US" dirty="0" err="1" smtClean="0"/>
              <a:t>autostart</a:t>
            </a:r>
            <a:r>
              <a:rPr lang="en-US" dirty="0" smtClean="0"/>
              <a:t>/</a:t>
            </a:r>
          </a:p>
          <a:p>
            <a:pPr lvl="1"/>
            <a:r>
              <a:rPr lang="en-US" dirty="0" smtClean="0"/>
              <a:t>There was </a:t>
            </a:r>
            <a:r>
              <a:rPr lang="en-US" dirty="0" err="1" smtClean="0"/>
              <a:t>start_raspbot.desktop</a:t>
            </a:r>
            <a:r>
              <a:rPr lang="en-US" dirty="0" smtClean="0"/>
              <a:t> that started the Android app server</a:t>
            </a:r>
          </a:p>
          <a:p>
            <a:pPr lvl="1"/>
            <a:r>
              <a:rPr lang="en-US" dirty="0" smtClean="0"/>
              <a:t>Also </a:t>
            </a:r>
            <a:r>
              <a:rPr lang="en-US" dirty="0" err="1" smtClean="0"/>
              <a:t>start.desktop</a:t>
            </a:r>
            <a:r>
              <a:rPr lang="en-US" dirty="0" smtClean="0"/>
              <a:t> that started the OLED display driver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2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Yahboom’s</a:t>
            </a:r>
            <a:r>
              <a:rPr lang="en-US" dirty="0" smtClean="0"/>
              <a:t> </a:t>
            </a:r>
            <a:r>
              <a:rPr lang="en-US" dirty="0" err="1" smtClean="0"/>
              <a:t>Ros</a:t>
            </a:r>
            <a:r>
              <a:rPr lang="en-US" dirty="0" smtClean="0"/>
              <a:t> </a:t>
            </a:r>
            <a:r>
              <a:rPr lang="en-US" dirty="0" err="1" smtClean="0"/>
              <a:t>docker</a:t>
            </a:r>
            <a:r>
              <a:rPr lang="en-US" dirty="0" smtClean="0"/>
              <a:t> container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Run using bash ~/docker_ros2.sh</a:t>
            </a:r>
          </a:p>
          <a:p>
            <a:r>
              <a:rPr lang="en-US" dirty="0" smtClean="0"/>
              <a:t>The only </a:t>
            </a:r>
            <a:r>
              <a:rPr lang="en-US" dirty="0" err="1" smtClean="0"/>
              <a:t>Docker</a:t>
            </a:r>
            <a:r>
              <a:rPr lang="en-US" dirty="0" smtClean="0"/>
              <a:t> mounted volume is mapping the original /home/pi/temp to /root/temp</a:t>
            </a:r>
          </a:p>
          <a:p>
            <a:pPr lvl="1"/>
            <a:r>
              <a:rPr lang="en-US" dirty="0" smtClean="0"/>
              <a:t>That’s where my ROS2 scripts are currently</a:t>
            </a:r>
          </a:p>
          <a:p>
            <a:r>
              <a:rPr lang="en-US" dirty="0" smtClean="0"/>
              <a:t>In the </a:t>
            </a:r>
            <a:r>
              <a:rPr lang="en-US" dirty="0" err="1" smtClean="0"/>
              <a:t>docker</a:t>
            </a:r>
            <a:r>
              <a:rPr lang="en-US" dirty="0" smtClean="0"/>
              <a:t> container the user is root (on the Pi it’s just pi user)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711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new </a:t>
            </a:r>
            <a:r>
              <a:rPr lang="en-US" dirty="0" err="1" smtClean="0"/>
              <a:t>Docker</a:t>
            </a:r>
            <a:r>
              <a:rPr lang="en-US" dirty="0" smtClean="0"/>
              <a:t> container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bash ~/my_docker_ros2.sh</a:t>
            </a:r>
          </a:p>
          <a:p>
            <a:pPr lvl="1"/>
            <a:r>
              <a:rPr lang="en-US" dirty="0" smtClean="0"/>
              <a:t>ros2 launch </a:t>
            </a:r>
            <a:r>
              <a:rPr lang="en-US" dirty="0" err="1" smtClean="0"/>
              <a:t>my_robot_bringup</a:t>
            </a:r>
            <a:r>
              <a:rPr lang="en-US" dirty="0" smtClean="0"/>
              <a:t> bringup.launch.py</a:t>
            </a:r>
          </a:p>
          <a:p>
            <a:r>
              <a:rPr lang="en-US" dirty="0" smtClean="0"/>
              <a:t>To get into the already-running </a:t>
            </a:r>
            <a:r>
              <a:rPr lang="en-US" dirty="0" err="1" smtClean="0"/>
              <a:t>docker</a:t>
            </a:r>
            <a:r>
              <a:rPr lang="en-US" dirty="0" smtClean="0"/>
              <a:t> instance:</a:t>
            </a:r>
          </a:p>
          <a:p>
            <a:pPr lvl="1"/>
            <a:r>
              <a:rPr lang="en-US" dirty="0" err="1" smtClean="0"/>
              <a:t>docker</a:t>
            </a:r>
            <a:r>
              <a:rPr lang="en-US" dirty="0" smtClean="0"/>
              <a:t> </a:t>
            </a:r>
            <a:r>
              <a:rPr lang="en-US" dirty="0" err="1" smtClean="0"/>
              <a:t>ps</a:t>
            </a:r>
            <a:r>
              <a:rPr lang="en-US" dirty="0" smtClean="0"/>
              <a:t> # get the </a:t>
            </a:r>
            <a:r>
              <a:rPr lang="en-US" dirty="0" err="1" smtClean="0"/>
              <a:t>docker</a:t>
            </a:r>
            <a:r>
              <a:rPr lang="en-US" dirty="0" smtClean="0"/>
              <a:t> name</a:t>
            </a:r>
          </a:p>
          <a:p>
            <a:pPr lvl="1"/>
            <a:r>
              <a:rPr lang="en-US" dirty="0" smtClean="0"/>
              <a:t>Run:</a:t>
            </a:r>
            <a:r>
              <a:rPr lang="en-US" dirty="0"/>
              <a:t> </a:t>
            </a:r>
            <a:r>
              <a:rPr lang="en-US" dirty="0" err="1" smtClean="0"/>
              <a:t>docker</a:t>
            </a:r>
            <a:r>
              <a:rPr lang="en-US" dirty="0" smtClean="0"/>
              <a:t> exec -it </a:t>
            </a:r>
            <a:r>
              <a:rPr lang="en-US" dirty="0" err="1" smtClean="0"/>
              <a:t>fervent_chandrasekhar</a:t>
            </a:r>
            <a:r>
              <a:rPr lang="en-US" dirty="0" smtClean="0"/>
              <a:t> bash</a:t>
            </a:r>
          </a:p>
          <a:p>
            <a:r>
              <a:rPr lang="en-US" dirty="0" smtClean="0"/>
              <a:t>To run some ROS2 scripts:</a:t>
            </a:r>
          </a:p>
          <a:p>
            <a:pPr lvl="1"/>
            <a:r>
              <a:rPr lang="en-US" dirty="0" smtClean="0"/>
              <a:t>cd ~/temp/embedded/</a:t>
            </a:r>
            <a:r>
              <a:rPr lang="en-US" dirty="0" err="1" smtClean="0"/>
              <a:t>RaspberryPi</a:t>
            </a:r>
            <a:r>
              <a:rPr lang="en-US" dirty="0" smtClean="0"/>
              <a:t>/ROS2_driver/</a:t>
            </a:r>
            <a:r>
              <a:rPr lang="en-US" dirty="0" err="1" smtClean="0"/>
              <a:t>ROS_scripts</a:t>
            </a:r>
            <a:endParaRPr lang="en-US" dirty="0" smtClean="0"/>
          </a:p>
          <a:p>
            <a:pPr lvl="1"/>
            <a:r>
              <a:rPr lang="en-US" dirty="0" smtClean="0"/>
              <a:t>python3 move_forward.py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446650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new ROS2 hardware driver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Robot_Lib.py:</a:t>
            </a:r>
          </a:p>
          <a:p>
            <a:pPr lvl="1"/>
            <a:r>
              <a:rPr lang="en-US" dirty="0" smtClean="0"/>
              <a:t>Makes SSH connection to </a:t>
            </a:r>
            <a:r>
              <a:rPr lang="en-US" dirty="0" err="1" smtClean="0"/>
              <a:t>BeagleBone</a:t>
            </a:r>
            <a:endParaRPr lang="en-US" dirty="0" smtClean="0"/>
          </a:p>
          <a:p>
            <a:pPr lvl="1"/>
            <a:r>
              <a:rPr lang="en-US" dirty="0" smtClean="0"/>
              <a:t>Writes to /</a:t>
            </a:r>
            <a:r>
              <a:rPr lang="en-US" dirty="0" err="1" smtClean="0"/>
              <a:t>tmp</a:t>
            </a:r>
            <a:r>
              <a:rPr lang="en-US" dirty="0" smtClean="0"/>
              <a:t>/robot#.txt to control the </a:t>
            </a:r>
            <a:r>
              <a:rPr lang="en-US" dirty="0" err="1" smtClean="0"/>
              <a:t>BeagleBone</a:t>
            </a:r>
            <a:r>
              <a:rPr lang="en-US" dirty="0" smtClean="0"/>
              <a:t> motors &amp; servos</a:t>
            </a:r>
          </a:p>
          <a:p>
            <a:r>
              <a:rPr lang="en-US" dirty="0"/>
              <a:t>r</a:t>
            </a:r>
            <a:r>
              <a:rPr lang="en-US" dirty="0" smtClean="0"/>
              <a:t>obot_driver.py: hardware implementation</a:t>
            </a:r>
          </a:p>
          <a:p>
            <a:pPr lvl="1"/>
            <a:r>
              <a:rPr lang="en-US" dirty="0" smtClean="0"/>
              <a:t>Currently connects to </a:t>
            </a:r>
            <a:r>
              <a:rPr lang="en-US" dirty="0" err="1" smtClean="0"/>
              <a:t>BeagleBone</a:t>
            </a:r>
            <a:r>
              <a:rPr lang="en-US" dirty="0" smtClean="0"/>
              <a:t> through </a:t>
            </a:r>
            <a:r>
              <a:rPr lang="en-US" dirty="0" err="1" smtClean="0"/>
              <a:t>WiFi</a:t>
            </a:r>
            <a:endParaRPr lang="en-US" dirty="0" smtClean="0"/>
          </a:p>
          <a:p>
            <a:r>
              <a:rPr lang="en-US" dirty="0" smtClean="0"/>
              <a:t>*Current issues:</a:t>
            </a:r>
          </a:p>
          <a:p>
            <a:pPr lvl="1"/>
            <a:r>
              <a:rPr lang="en-US" dirty="0" smtClean="0"/>
              <a:t>*Need to have a hard stop, not just going down slowly from earlier motor values.</a:t>
            </a:r>
          </a:p>
          <a:p>
            <a:pPr lvl="1"/>
            <a:r>
              <a:rPr lang="en-US" dirty="0" smtClean="0"/>
              <a:t>*The slow down from 0.3 – 0.0 doesn’t seem to work.</a:t>
            </a:r>
          </a:p>
          <a:p>
            <a:pPr lvl="1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440059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2956</TotalTime>
  <Words>196</Words>
  <Application>Microsoft Office PowerPoint</Application>
  <PresentationFormat>Widescreen</PresentationFormat>
  <Paragraphs>28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My ROS2 robot based on YahBoom RasbBot</vt:lpstr>
      <vt:lpstr>Yahboom’s startup</vt:lpstr>
      <vt:lpstr>Yahboom’s Ros docker container</vt:lpstr>
      <vt:lpstr>My new Docker container</vt:lpstr>
      <vt:lpstr>My new ROS2 hardware driver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ROS2 robot based on YahBoom robot</dc:title>
  <dc:creator>Bluuugg Blerk</dc:creator>
  <cp:lastModifiedBy>Bluuugg Blerk</cp:lastModifiedBy>
  <cp:revision>41</cp:revision>
  <dcterms:created xsi:type="dcterms:W3CDTF">2026-06-02T22:10:06Z</dcterms:created>
  <dcterms:modified xsi:type="dcterms:W3CDTF">2026-06-04T23:26:17Z</dcterms:modified>
</cp:coreProperties>
</file>