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43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44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0926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87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81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86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352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53333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911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563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27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92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F455-F842-49DC-9F73-AF0BDCAB1BDE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85C3F-9A33-4619-8D55-CFD023F2D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30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My ROS2 robot</a:t>
            </a:r>
            <a:br>
              <a:rPr lang="en-US" dirty="0" smtClean="0"/>
            </a:br>
            <a:r>
              <a:rPr lang="en-US" dirty="0" smtClean="0"/>
              <a:t>based on </a:t>
            </a:r>
            <a:r>
              <a:rPr lang="en-US" dirty="0" err="1" smtClean="0"/>
              <a:t>YahBoom</a:t>
            </a:r>
            <a:r>
              <a:rPr lang="en-US" dirty="0" smtClean="0"/>
              <a:t> </a:t>
            </a:r>
            <a:r>
              <a:rPr lang="en-US" dirty="0" err="1" smtClean="0"/>
              <a:t>RasbBot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61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Yahboom’s</a:t>
            </a:r>
            <a:r>
              <a:rPr lang="en-US" dirty="0" smtClean="0"/>
              <a:t> startup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Got rid of the startup scripts in /home/pi/.</a:t>
            </a:r>
            <a:r>
              <a:rPr lang="en-US" dirty="0" err="1" smtClean="0"/>
              <a:t>config</a:t>
            </a:r>
            <a:r>
              <a:rPr lang="en-US" dirty="0" smtClean="0"/>
              <a:t>/</a:t>
            </a:r>
            <a:r>
              <a:rPr lang="en-US" dirty="0" err="1" smtClean="0"/>
              <a:t>autostart</a:t>
            </a:r>
            <a:r>
              <a:rPr lang="en-US" dirty="0" smtClean="0"/>
              <a:t>/</a:t>
            </a:r>
          </a:p>
          <a:p>
            <a:pPr lvl="1"/>
            <a:r>
              <a:rPr lang="en-US" dirty="0" smtClean="0"/>
              <a:t>There was </a:t>
            </a:r>
            <a:r>
              <a:rPr lang="en-US" dirty="0" err="1" smtClean="0"/>
              <a:t>start_raspbot.desktop</a:t>
            </a:r>
            <a:r>
              <a:rPr lang="en-US" dirty="0" smtClean="0"/>
              <a:t> that started the Android app server</a:t>
            </a:r>
          </a:p>
          <a:p>
            <a:pPr lvl="1"/>
            <a:r>
              <a:rPr lang="en-US" dirty="0" smtClean="0"/>
              <a:t>Also </a:t>
            </a:r>
            <a:r>
              <a:rPr lang="en-US" dirty="0" err="1" smtClean="0"/>
              <a:t>start.desktop</a:t>
            </a:r>
            <a:r>
              <a:rPr lang="en-US" dirty="0" smtClean="0"/>
              <a:t> that started the OLED display driver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42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Yahboom’s</a:t>
            </a:r>
            <a:r>
              <a:rPr lang="en-US" dirty="0" smtClean="0"/>
              <a:t> </a:t>
            </a:r>
            <a:r>
              <a:rPr lang="en-US" dirty="0" err="1" smtClean="0"/>
              <a:t>Ros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container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Run using bash ~/docker_ros2.sh</a:t>
            </a:r>
          </a:p>
          <a:p>
            <a:r>
              <a:rPr lang="en-US" dirty="0" smtClean="0"/>
              <a:t>The only </a:t>
            </a:r>
            <a:r>
              <a:rPr lang="en-US" dirty="0" err="1" smtClean="0"/>
              <a:t>Docker</a:t>
            </a:r>
            <a:r>
              <a:rPr lang="en-US" dirty="0" smtClean="0"/>
              <a:t> mounted volume is mapping the original /home/pi/temp to /root/temp</a:t>
            </a:r>
          </a:p>
          <a:p>
            <a:pPr lvl="1"/>
            <a:r>
              <a:rPr lang="en-US" dirty="0" smtClean="0"/>
              <a:t>That’s where my ROS2 scripts are currently</a:t>
            </a:r>
          </a:p>
          <a:p>
            <a:r>
              <a:rPr lang="en-US" dirty="0" smtClean="0"/>
              <a:t>In the </a:t>
            </a:r>
            <a:r>
              <a:rPr lang="en-US" dirty="0" err="1" smtClean="0"/>
              <a:t>docker</a:t>
            </a:r>
            <a:r>
              <a:rPr lang="en-US" dirty="0" smtClean="0"/>
              <a:t> container the user is root (on the Pi it’s just pi user)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711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new </a:t>
            </a:r>
            <a:r>
              <a:rPr lang="en-US" dirty="0" err="1" smtClean="0"/>
              <a:t>Docker</a:t>
            </a:r>
            <a:r>
              <a:rPr lang="en-US" dirty="0" smtClean="0"/>
              <a:t> container for the </a:t>
            </a:r>
            <a:r>
              <a:rPr lang="en-US" dirty="0" err="1" smtClean="0"/>
              <a:t>BeagleBone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bash ~/my_docker_ros2.sh</a:t>
            </a:r>
          </a:p>
          <a:p>
            <a:pPr lvl="1"/>
            <a:r>
              <a:rPr lang="en-US" dirty="0" smtClean="0"/>
              <a:t>ros2 launch </a:t>
            </a:r>
            <a:r>
              <a:rPr lang="en-US" dirty="0" err="1" smtClean="0"/>
              <a:t>my_robot_bringup</a:t>
            </a:r>
            <a:r>
              <a:rPr lang="en-US" dirty="0" smtClean="0"/>
              <a:t> bringup.launch.py</a:t>
            </a:r>
          </a:p>
          <a:p>
            <a:r>
              <a:rPr lang="en-US" dirty="0" smtClean="0"/>
              <a:t>To get into the already-running </a:t>
            </a:r>
            <a:r>
              <a:rPr lang="en-US" dirty="0" err="1" smtClean="0"/>
              <a:t>docker</a:t>
            </a:r>
            <a:r>
              <a:rPr lang="en-US" dirty="0" smtClean="0"/>
              <a:t> instance:</a:t>
            </a:r>
          </a:p>
          <a:p>
            <a:pPr lvl="1"/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 err="1" smtClean="0"/>
              <a:t>ps</a:t>
            </a:r>
            <a:r>
              <a:rPr lang="en-US" dirty="0" smtClean="0"/>
              <a:t> # get the </a:t>
            </a:r>
            <a:r>
              <a:rPr lang="en-US" dirty="0" err="1" smtClean="0"/>
              <a:t>docker</a:t>
            </a:r>
            <a:r>
              <a:rPr lang="en-US" dirty="0" smtClean="0"/>
              <a:t> name</a:t>
            </a:r>
          </a:p>
          <a:p>
            <a:pPr lvl="1"/>
            <a:r>
              <a:rPr lang="en-US" dirty="0" smtClean="0"/>
              <a:t>Run:</a:t>
            </a:r>
            <a:r>
              <a:rPr lang="en-US" dirty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exec -it </a:t>
            </a:r>
            <a:r>
              <a:rPr lang="en-US" dirty="0" err="1" smtClean="0"/>
              <a:t>fervent_chandrasekhar</a:t>
            </a:r>
            <a:r>
              <a:rPr lang="en-US" dirty="0" smtClean="0"/>
              <a:t> bash</a:t>
            </a:r>
          </a:p>
          <a:p>
            <a:r>
              <a:rPr lang="en-US" dirty="0" smtClean="0"/>
              <a:t>To run some ROS2 scripts:</a:t>
            </a:r>
          </a:p>
          <a:p>
            <a:pPr lvl="1"/>
            <a:r>
              <a:rPr lang="en-US" dirty="0" smtClean="0"/>
              <a:t>cd ~/temp/embedded/</a:t>
            </a:r>
            <a:r>
              <a:rPr lang="en-US" dirty="0" err="1" smtClean="0"/>
              <a:t>RaspberryPi</a:t>
            </a:r>
            <a:r>
              <a:rPr lang="en-US" dirty="0" smtClean="0"/>
              <a:t>/ROS2_driver/</a:t>
            </a:r>
            <a:r>
              <a:rPr lang="en-US" dirty="0" err="1" smtClean="0"/>
              <a:t>ROS_scripts</a:t>
            </a:r>
            <a:endParaRPr lang="en-US" dirty="0" smtClean="0"/>
          </a:p>
          <a:p>
            <a:pPr lvl="1"/>
            <a:r>
              <a:rPr lang="en-US" dirty="0" smtClean="0"/>
              <a:t>python3 move_forward.py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46650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new ROS2 hardware driver for </a:t>
            </a:r>
            <a:r>
              <a:rPr lang="en-US" dirty="0" err="1" smtClean="0"/>
              <a:t>BeagleBone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Robot_Lib.py:</a:t>
            </a:r>
          </a:p>
          <a:p>
            <a:pPr lvl="1"/>
            <a:r>
              <a:rPr lang="en-US" dirty="0" smtClean="0"/>
              <a:t>Makes SSH connection to </a:t>
            </a:r>
            <a:r>
              <a:rPr lang="en-US" dirty="0" err="1" smtClean="0"/>
              <a:t>BeagleBone</a:t>
            </a:r>
            <a:endParaRPr lang="en-US" dirty="0" smtClean="0"/>
          </a:p>
          <a:p>
            <a:pPr lvl="1"/>
            <a:r>
              <a:rPr lang="en-US" dirty="0" smtClean="0"/>
              <a:t>Writes to /</a:t>
            </a:r>
            <a:r>
              <a:rPr lang="en-US" dirty="0" err="1" smtClean="0"/>
              <a:t>tmp</a:t>
            </a:r>
            <a:r>
              <a:rPr lang="en-US" dirty="0" smtClean="0"/>
              <a:t>/robot#.txt to control the </a:t>
            </a:r>
            <a:r>
              <a:rPr lang="en-US" dirty="0" err="1" smtClean="0"/>
              <a:t>BeagleBone</a:t>
            </a:r>
            <a:r>
              <a:rPr lang="en-US" dirty="0" smtClean="0"/>
              <a:t> motors &amp; servos</a:t>
            </a:r>
          </a:p>
          <a:p>
            <a:r>
              <a:rPr lang="en-US" dirty="0"/>
              <a:t>r</a:t>
            </a:r>
            <a:r>
              <a:rPr lang="en-US" dirty="0" smtClean="0"/>
              <a:t>obot_driver.py: hardware implementation</a:t>
            </a:r>
          </a:p>
          <a:p>
            <a:pPr lvl="1"/>
            <a:r>
              <a:rPr lang="en-US" dirty="0" smtClean="0"/>
              <a:t>Currently connects to </a:t>
            </a:r>
            <a:r>
              <a:rPr lang="en-US" dirty="0" err="1" smtClean="0"/>
              <a:t>BeagleBone</a:t>
            </a:r>
            <a:r>
              <a:rPr lang="en-US" dirty="0" smtClean="0"/>
              <a:t> through </a:t>
            </a:r>
            <a:r>
              <a:rPr lang="en-US" dirty="0" err="1" smtClean="0"/>
              <a:t>WiFi</a:t>
            </a:r>
            <a:endParaRPr lang="en-US" dirty="0" smtClean="0"/>
          </a:p>
          <a:p>
            <a:r>
              <a:rPr lang="en-US" dirty="0" smtClean="0"/>
              <a:t>*Current issues:</a:t>
            </a:r>
          </a:p>
          <a:p>
            <a:pPr lvl="1"/>
            <a:r>
              <a:rPr lang="en-US" dirty="0" smtClean="0"/>
              <a:t>*The slow down from 0.3 – 0.0 doesn’t seem to work.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4005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New </a:t>
            </a:r>
            <a:r>
              <a:rPr lang="en-US" dirty="0" err="1" smtClean="0"/>
              <a:t>docker</a:t>
            </a:r>
            <a:r>
              <a:rPr lang="en-US" dirty="0" smtClean="0"/>
              <a:t> container for </a:t>
            </a:r>
            <a:r>
              <a:rPr lang="en-US" dirty="0" err="1" smtClean="0"/>
              <a:t>Yahboom</a:t>
            </a:r>
            <a:r>
              <a:rPr lang="en-US" dirty="0" smtClean="0"/>
              <a:t> </a:t>
            </a:r>
            <a:r>
              <a:rPr lang="en-US" dirty="0" err="1" smtClean="0"/>
              <a:t>Rosmaster</a:t>
            </a:r>
            <a:r>
              <a:rPr lang="en-US" dirty="0" smtClean="0"/>
              <a:t> board: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bash ~/Rosmaster_run_docker.sh</a:t>
            </a:r>
          </a:p>
          <a:p>
            <a:r>
              <a:rPr lang="en-US" dirty="0" smtClean="0"/>
              <a:t># Need to specify the COM port:</a:t>
            </a:r>
          </a:p>
          <a:p>
            <a:r>
              <a:rPr lang="en-US" dirty="0" smtClean="0"/>
              <a:t>ros2 </a:t>
            </a:r>
            <a:r>
              <a:rPr lang="en-US" dirty="0"/>
              <a:t>launch </a:t>
            </a:r>
            <a:r>
              <a:rPr lang="en-US" dirty="0" err="1"/>
              <a:t>my_robot_bringup</a:t>
            </a:r>
            <a:r>
              <a:rPr lang="en-US" dirty="0"/>
              <a:t> bringup.launch.py </a:t>
            </a:r>
            <a:r>
              <a:rPr lang="en-US" dirty="0" err="1" smtClean="0"/>
              <a:t>com_port</a:t>
            </a:r>
            <a:r>
              <a:rPr lang="en-US" dirty="0"/>
              <a:t>:=/</a:t>
            </a:r>
            <a:r>
              <a:rPr lang="en-US" dirty="0" err="1"/>
              <a:t>dev</a:t>
            </a:r>
            <a:r>
              <a:rPr lang="en-US" dirty="0"/>
              <a:t>/ttyUSB0</a:t>
            </a:r>
          </a:p>
        </p:txBody>
      </p:sp>
    </p:spTree>
    <p:extLst>
      <p:ext uri="{BB962C8B-B14F-4D97-AF65-F5344CB8AC3E}">
        <p14:creationId xmlns:p14="http://schemas.microsoft.com/office/powerpoint/2010/main" val="2382228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new ROS2 hardware driver for </a:t>
            </a:r>
            <a:r>
              <a:rPr lang="en-US" dirty="0" err="1" smtClean="0"/>
              <a:t>Rosmaster</a:t>
            </a:r>
            <a:r>
              <a:rPr lang="en-US" dirty="0" smtClean="0"/>
              <a:t> </a:t>
            </a:r>
            <a:r>
              <a:rPr lang="en-US" dirty="0" err="1" smtClean="0"/>
              <a:t>Yahboom</a:t>
            </a:r>
            <a:r>
              <a:rPr lang="en-US" dirty="0" smtClean="0"/>
              <a:t> Board V3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creates a bot with:</a:t>
            </a:r>
          </a:p>
          <a:p>
            <a:pPr lvl="1"/>
            <a:r>
              <a:rPr lang="en-US" dirty="0" smtClean="0"/>
              <a:t>from </a:t>
            </a:r>
            <a:r>
              <a:rPr lang="en-US" dirty="0" err="1" smtClean="0"/>
              <a:t>Rosmaster_Lib</a:t>
            </a:r>
            <a:r>
              <a:rPr lang="en-US" dirty="0" smtClean="0"/>
              <a:t> import </a:t>
            </a:r>
            <a:r>
              <a:rPr lang="en-US" dirty="0" err="1" smtClean="0"/>
              <a:t>Rosmaster</a:t>
            </a:r>
            <a:endParaRPr lang="en-US" dirty="0" smtClean="0"/>
          </a:p>
          <a:p>
            <a:pPr lvl="1"/>
            <a:r>
              <a:rPr lang="en-US" dirty="0" smtClean="0"/>
              <a:t>bot = </a:t>
            </a:r>
            <a:r>
              <a:rPr lang="en-US" dirty="0" err="1" smtClean="0"/>
              <a:t>Rosmaster</a:t>
            </a:r>
            <a:r>
              <a:rPr lang="en-US" dirty="0" smtClean="0"/>
              <a:t>(com="/</a:t>
            </a:r>
            <a:r>
              <a:rPr lang="en-US" dirty="0" err="1" smtClean="0"/>
              <a:t>dev</a:t>
            </a:r>
            <a:r>
              <a:rPr lang="en-US" dirty="0" smtClean="0"/>
              <a:t>/ttyUSB0")</a:t>
            </a:r>
          </a:p>
          <a:p>
            <a:r>
              <a:rPr lang="en-US" dirty="0" smtClean="0"/>
              <a:t>*Need to modify it to adjust for motor polarity.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97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3424</TotalTime>
  <Words>248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My ROS2 robot based on YahBoom RasbBot</vt:lpstr>
      <vt:lpstr>Yahboom’s startup</vt:lpstr>
      <vt:lpstr>Yahboom’s Ros docker container</vt:lpstr>
      <vt:lpstr>My new Docker container for the BeagleBone:</vt:lpstr>
      <vt:lpstr>My new ROS2 hardware driver for BeagleBone:</vt:lpstr>
      <vt:lpstr>New docker container for Yahboom Rosmaster board:</vt:lpstr>
      <vt:lpstr>My new ROS2 hardware driver for Rosmaster Yahboom Board V3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 ROS2 robot based on YahBoom robot</dc:title>
  <dc:creator>Bluuugg Blerk</dc:creator>
  <cp:lastModifiedBy>Bluuugg Blerk</cp:lastModifiedBy>
  <cp:revision>51</cp:revision>
  <dcterms:created xsi:type="dcterms:W3CDTF">2026-06-02T22:10:06Z</dcterms:created>
  <dcterms:modified xsi:type="dcterms:W3CDTF">2026-06-05T07:14:37Z</dcterms:modified>
</cp:coreProperties>
</file>