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4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2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5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1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1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4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5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69A1F-8576-41E9-A0EA-4DCA385DAE8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E26FB-013F-4F17-9A22-0A8F2F8F8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2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SLAM strategies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2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sensors to use?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Ultrasonic would be better on a 360 degree swivel.</a:t>
            </a:r>
          </a:p>
          <a:p>
            <a:pPr lvl="1"/>
            <a:r>
              <a:rPr lang="en-US" dirty="0" smtClean="0"/>
              <a:t>Use in addition to the depth camera to calibrate</a:t>
            </a:r>
            <a:endParaRPr lang="en-US" dirty="0" smtClean="0"/>
          </a:p>
          <a:p>
            <a:pPr lvl="1"/>
            <a:r>
              <a:rPr lang="en-US" dirty="0" err="1" smtClean="0"/>
              <a:t>Lidar</a:t>
            </a:r>
            <a:r>
              <a:rPr lang="en-US" dirty="0" smtClean="0"/>
              <a:t> would be even better</a:t>
            </a:r>
          </a:p>
          <a:p>
            <a:r>
              <a:rPr lang="en-US" dirty="0"/>
              <a:t>U</a:t>
            </a:r>
            <a:r>
              <a:rPr lang="en-US" dirty="0" smtClean="0"/>
              <a:t>se a normal camera + distance sensor:</a:t>
            </a:r>
          </a:p>
          <a:p>
            <a:pPr lvl="1"/>
            <a:r>
              <a:rPr lang="en-US" dirty="0" smtClean="0"/>
              <a:t>RGB-D libraries:</a:t>
            </a:r>
          </a:p>
          <a:p>
            <a:pPr lvl="2"/>
            <a:r>
              <a:rPr lang="en-US" dirty="0" smtClean="0"/>
              <a:t>Depth Anything V2</a:t>
            </a:r>
          </a:p>
          <a:p>
            <a:pPr lvl="2"/>
            <a:r>
              <a:rPr lang="en-US" dirty="0" err="1" smtClean="0"/>
              <a:t>MiDaS</a:t>
            </a:r>
            <a:endParaRPr lang="en-US" dirty="0" smtClean="0"/>
          </a:p>
          <a:p>
            <a:pPr lvl="2"/>
            <a:r>
              <a:rPr lang="en-US" dirty="0" smtClean="0"/>
              <a:t>MonoDepth2</a:t>
            </a:r>
          </a:p>
          <a:p>
            <a:pPr lvl="1"/>
            <a:r>
              <a:rPr lang="en-US" dirty="0" smtClean="0"/>
              <a:t>Or use stereo cameras:</a:t>
            </a:r>
          </a:p>
          <a:p>
            <a:pPr lvl="2"/>
            <a:r>
              <a:rPr lang="en-US" dirty="0" smtClean="0"/>
              <a:t>import cv2</a:t>
            </a:r>
          </a:p>
          <a:p>
            <a:pPr lvl="2"/>
            <a:r>
              <a:rPr lang="en-US" dirty="0" smtClean="0"/>
              <a:t>stereo </a:t>
            </a:r>
            <a:r>
              <a:rPr lang="en-US" dirty="0"/>
              <a:t>= cv2.StereoBM_create(</a:t>
            </a:r>
            <a:r>
              <a:rPr lang="en-US" dirty="0" err="1"/>
              <a:t>numDisparities</a:t>
            </a:r>
            <a:r>
              <a:rPr lang="en-US" dirty="0"/>
              <a:t>=16, </a:t>
            </a:r>
            <a:r>
              <a:rPr lang="en-US" dirty="0" err="1" smtClean="0"/>
              <a:t>blockSize</a:t>
            </a:r>
            <a:r>
              <a:rPr lang="en-US" dirty="0" smtClean="0"/>
              <a:t>=15)</a:t>
            </a:r>
          </a:p>
          <a:p>
            <a:pPr lvl="2"/>
            <a:r>
              <a:rPr lang="en-US" dirty="0" smtClean="0"/>
              <a:t>disparity </a:t>
            </a:r>
            <a:r>
              <a:rPr lang="en-US" dirty="0"/>
              <a:t>= </a:t>
            </a:r>
            <a:r>
              <a:rPr lang="en-US" dirty="0" err="1"/>
              <a:t>stereo.compute</a:t>
            </a:r>
            <a:r>
              <a:rPr lang="en-US" dirty="0"/>
              <a:t>(</a:t>
            </a:r>
            <a:r>
              <a:rPr lang="en-US" dirty="0" err="1"/>
              <a:t>left_gray</a:t>
            </a:r>
            <a:r>
              <a:rPr lang="en-US" dirty="0"/>
              <a:t>, </a:t>
            </a:r>
            <a:r>
              <a:rPr lang="en-US" dirty="0" err="1"/>
              <a:t>right_gray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Multiple motion frames:</a:t>
            </a:r>
          </a:p>
          <a:p>
            <a:pPr lvl="2"/>
            <a:r>
              <a:rPr lang="en-US" dirty="0" smtClean="0"/>
              <a:t>COLMAP</a:t>
            </a:r>
          </a:p>
          <a:p>
            <a:pPr lvl="2"/>
            <a:r>
              <a:rPr lang="en-US" dirty="0" err="1" smtClean="0"/>
              <a:t>OpenSfM</a:t>
            </a:r>
            <a:endParaRPr lang="en-US" dirty="0" smtClean="0"/>
          </a:p>
          <a:p>
            <a:pPr lvl="2"/>
            <a:r>
              <a:rPr lang="en-US" dirty="0" smtClean="0"/>
              <a:t>ORB-SLAM3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25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start with?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replicate the </a:t>
            </a:r>
            <a:r>
              <a:rPr lang="en-US" dirty="0" err="1" smtClean="0"/>
              <a:t>RaspBot</a:t>
            </a:r>
            <a:r>
              <a:rPr lang="en-US" dirty="0" smtClean="0"/>
              <a:t> ROS2 code structure and driver but with using my Pi + </a:t>
            </a:r>
            <a:r>
              <a:rPr lang="en-US" dirty="0" err="1" smtClean="0"/>
              <a:t>BeagleBone</a:t>
            </a:r>
            <a:endParaRPr lang="en-US" dirty="0" smtClean="0"/>
          </a:p>
          <a:p>
            <a:pPr lvl="1"/>
            <a:r>
              <a:rPr lang="en-US" dirty="0" smtClean="0"/>
              <a:t>Put an ultrasonic sensor on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08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100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SLAM strategies</vt:lpstr>
      <vt:lpstr>What sensors to use?</vt:lpstr>
      <vt:lpstr>What to start with?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SLAM strategies</dc:title>
  <dc:creator>Bluuugg Blerk</dc:creator>
  <cp:lastModifiedBy>Bluuugg Blerk</cp:lastModifiedBy>
  <cp:revision>13</cp:revision>
  <dcterms:created xsi:type="dcterms:W3CDTF">2026-05-31T00:09:12Z</dcterms:created>
  <dcterms:modified xsi:type="dcterms:W3CDTF">2026-05-31T00:59:14Z</dcterms:modified>
</cp:coreProperties>
</file>