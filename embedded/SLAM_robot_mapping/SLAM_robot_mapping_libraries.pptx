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3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22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489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663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26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41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91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60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08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06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58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B5C0-F327-4007-A28F-6FEF3D5ACAD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6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DB5C0-F327-4007-A28F-6FEF3D5ACAD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87C88-BF0A-4441-9414-025371AF2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1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SLAM-LAB/VSLAM-LAB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SLAM – Simultaneous Localization and Mapping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05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VSLAM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https://github.com/VSLAM-LAB/VSLAM-LAB</a:t>
            </a:r>
            <a:endParaRPr lang="en-US" dirty="0" smtClean="0"/>
          </a:p>
          <a:p>
            <a:r>
              <a:rPr lang="en-US" dirty="0" smtClean="0"/>
              <a:t>*I thought I installed this and had it working, but can’t find it.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769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ORB-SLAM using WSL on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Must run this from WSL or real Linux</a:t>
            </a:r>
          </a:p>
          <a:p>
            <a:r>
              <a:rPr lang="en-US" dirty="0" smtClean="0"/>
              <a:t>Windows command line (as admin) to bind the </a:t>
            </a:r>
            <a:r>
              <a:rPr lang="en-US" dirty="0" err="1" smtClean="0"/>
              <a:t>RealSense</a:t>
            </a:r>
            <a:r>
              <a:rPr lang="en-US" dirty="0" smtClean="0"/>
              <a:t> cam first:</a:t>
            </a:r>
          </a:p>
          <a:p>
            <a:pPr lvl="1"/>
            <a:r>
              <a:rPr lang="en-US" dirty="0" err="1" smtClean="0"/>
              <a:t>usbipd</a:t>
            </a:r>
            <a:r>
              <a:rPr lang="en-US" dirty="0" smtClean="0"/>
              <a:t> list  *note the </a:t>
            </a:r>
            <a:r>
              <a:rPr lang="en-US" dirty="0" err="1" smtClean="0"/>
              <a:t>busID</a:t>
            </a:r>
            <a:r>
              <a:rPr lang="en-US" dirty="0" smtClean="0"/>
              <a:t> for the </a:t>
            </a:r>
            <a:r>
              <a:rPr lang="en-US" dirty="0" err="1" smtClean="0"/>
              <a:t>RealSense</a:t>
            </a:r>
            <a:r>
              <a:rPr lang="en-US" dirty="0" smtClean="0"/>
              <a:t> cam</a:t>
            </a:r>
          </a:p>
          <a:p>
            <a:pPr lvl="1"/>
            <a:r>
              <a:rPr lang="en-US" dirty="0" err="1" smtClean="0"/>
              <a:t>usbipd</a:t>
            </a:r>
            <a:r>
              <a:rPr lang="en-US" dirty="0" smtClean="0"/>
              <a:t> bind --</a:t>
            </a:r>
            <a:r>
              <a:rPr lang="en-US" dirty="0" err="1" smtClean="0"/>
              <a:t>busid</a:t>
            </a:r>
            <a:r>
              <a:rPr lang="en-US" dirty="0"/>
              <a:t> </a:t>
            </a:r>
            <a:r>
              <a:rPr lang="en-US" dirty="0" smtClean="0"/>
              <a:t>1-3</a:t>
            </a:r>
          </a:p>
          <a:p>
            <a:pPr lvl="1"/>
            <a:r>
              <a:rPr lang="en-US" dirty="0" err="1" smtClean="0"/>
              <a:t>usbipd</a:t>
            </a:r>
            <a:r>
              <a:rPr lang="en-US" dirty="0" smtClean="0"/>
              <a:t> attach --</a:t>
            </a:r>
            <a:r>
              <a:rPr lang="en-US" dirty="0" err="1" smtClean="0"/>
              <a:t>wsl</a:t>
            </a:r>
            <a:r>
              <a:rPr lang="en-US" dirty="0" smtClean="0"/>
              <a:t> --</a:t>
            </a:r>
            <a:r>
              <a:rPr lang="en-US" dirty="0" err="1" smtClean="0"/>
              <a:t>busid</a:t>
            </a:r>
            <a:r>
              <a:rPr lang="en-US" dirty="0" smtClean="0"/>
              <a:t> 1-3</a:t>
            </a:r>
          </a:p>
          <a:p>
            <a:r>
              <a:rPr lang="en-US" dirty="0" smtClean="0"/>
              <a:t>*Getting errors:</a:t>
            </a:r>
          </a:p>
          <a:p>
            <a:pPr lvl="1"/>
            <a:r>
              <a:rPr lang="en-US" dirty="0" smtClean="0"/>
              <a:t>The IMU part of the sensor is not passed thru from </a:t>
            </a:r>
            <a:r>
              <a:rPr lang="en-US" dirty="0" err="1" smtClean="0"/>
              <a:t>usbipd</a:t>
            </a:r>
            <a:r>
              <a:rPr lang="en-US" dirty="0" smtClean="0"/>
              <a:t> - *This is a known limitation of </a:t>
            </a:r>
            <a:r>
              <a:rPr lang="en-US" dirty="0" err="1" smtClean="0"/>
              <a:t>wsl</a:t>
            </a:r>
            <a:r>
              <a:rPr lang="en-US" dirty="0" smtClean="0"/>
              <a:t>!!</a:t>
            </a:r>
          </a:p>
          <a:p>
            <a:pPr lvl="1"/>
            <a:r>
              <a:rPr lang="en-US" dirty="0" smtClean="0"/>
              <a:t>Also getting segmentation fault – but that is fixable, just ask Claude.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91031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ORB-SLAM on native Linux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This is working now on the Linux w/RTX 4060</a:t>
            </a:r>
          </a:p>
          <a:p>
            <a:pPr lvl="1"/>
            <a:r>
              <a:rPr lang="en-US" dirty="0" smtClean="0"/>
              <a:t>Actually does NOT need a GPU to run, other than the display window</a:t>
            </a:r>
          </a:p>
          <a:p>
            <a:r>
              <a:rPr lang="en-US" dirty="0" smtClean="0"/>
              <a:t>Using the D435i:</a:t>
            </a:r>
          </a:p>
          <a:p>
            <a:pPr lvl="1"/>
            <a:r>
              <a:rPr lang="en-US" dirty="0" smtClean="0"/>
              <a:t>cd ~/ORB_SLAM3</a:t>
            </a:r>
          </a:p>
          <a:p>
            <a:pPr lvl="1"/>
            <a:r>
              <a:rPr lang="en-US" dirty="0" smtClean="0"/>
              <a:t>./Examples/Stereo-Inertial/stereo_inertial_realsense_D435i Vocabulary/ORBvoc.txt Examples/Stereo-Inertial/RealSense_D435i.yaml</a:t>
            </a:r>
            <a:r>
              <a:rPr lang="en-US" dirty="0"/>
              <a:t> </a:t>
            </a:r>
            <a:r>
              <a:rPr lang="en-US" dirty="0" err="1" smtClean="0"/>
              <a:t>my_trajectory</a:t>
            </a:r>
            <a:endParaRPr lang="en-US" dirty="0" smtClean="0"/>
          </a:p>
          <a:p>
            <a:r>
              <a:rPr lang="en-US" dirty="0" smtClean="0"/>
              <a:t>*This will save a map as my_trajectory.txt</a:t>
            </a:r>
          </a:p>
          <a:p>
            <a:pPr lvl="1"/>
            <a:r>
              <a:rPr lang="en-US" dirty="0" smtClean="0"/>
              <a:t>*ORB-SLAM will NOT save the point cloud! That requires additional code</a:t>
            </a:r>
            <a:r>
              <a:rPr lang="en-US" dirty="0" smtClean="0"/>
              <a:t>!!</a:t>
            </a:r>
          </a:p>
          <a:p>
            <a:pPr lvl="2"/>
            <a:r>
              <a:rPr lang="en-US" dirty="0" smtClean="0"/>
              <a:t>Does this make it pointless? Or can the code be integrated into my own app?</a:t>
            </a:r>
            <a:endParaRPr lang="en-US" dirty="0" smtClean="0"/>
          </a:p>
          <a:p>
            <a:pPr lvl="1"/>
            <a:r>
              <a:rPr lang="en-US" dirty="0" smtClean="0"/>
              <a:t>This can be viewed with a separate tool like </a:t>
            </a:r>
            <a:r>
              <a:rPr lang="en-US" dirty="0" err="1" smtClean="0"/>
              <a:t>evo</a:t>
            </a:r>
            <a:r>
              <a:rPr lang="en-US" dirty="0" smtClean="0"/>
              <a:t> or Open3D or </a:t>
            </a:r>
            <a:r>
              <a:rPr lang="en-US" dirty="0" err="1" smtClean="0"/>
              <a:t>Rviz</a:t>
            </a:r>
            <a:endParaRPr lang="en-US" dirty="0" smtClean="0"/>
          </a:p>
          <a:p>
            <a:pPr lvl="2"/>
            <a:r>
              <a:rPr lang="en-US" dirty="0" smtClean="0"/>
              <a:t>pip install </a:t>
            </a:r>
            <a:r>
              <a:rPr lang="en-US" dirty="0" err="1" smtClean="0"/>
              <a:t>evo</a:t>
            </a:r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09123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ORB-SLAM on Raspberry Pi 5? Orin </a:t>
            </a:r>
            <a:r>
              <a:rPr lang="en-US" dirty="0" err="1" smtClean="0"/>
              <a:t>Nano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On </a:t>
            </a:r>
            <a:r>
              <a:rPr lang="en-US" dirty="0" err="1" smtClean="0"/>
              <a:t>Nvidia</a:t>
            </a:r>
            <a:r>
              <a:rPr lang="en-US" dirty="0" smtClean="0"/>
              <a:t> </a:t>
            </a:r>
            <a:r>
              <a:rPr lang="en-US" dirty="0" err="1" smtClean="0"/>
              <a:t>Jetson</a:t>
            </a:r>
            <a:r>
              <a:rPr lang="en-US" dirty="0" smtClean="0"/>
              <a:t> Orin </a:t>
            </a:r>
            <a:r>
              <a:rPr lang="en-US" dirty="0" err="1" smtClean="0"/>
              <a:t>Nano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Yes, at full performance!</a:t>
            </a:r>
          </a:p>
          <a:p>
            <a:pPr lvl="1"/>
            <a:r>
              <a:rPr lang="en-US" dirty="0" smtClean="0"/>
              <a:t>Has USB 3.2 ports</a:t>
            </a:r>
          </a:p>
          <a:p>
            <a:pPr lvl="1"/>
            <a:r>
              <a:rPr lang="en-US" dirty="0" smtClean="0"/>
              <a:t>Jetpack ships with </a:t>
            </a:r>
            <a:r>
              <a:rPr lang="en-US" dirty="0" err="1" smtClean="0"/>
              <a:t>OpenCV</a:t>
            </a:r>
            <a:r>
              <a:rPr lang="en-US" dirty="0" smtClean="0"/>
              <a:t> 4.x already – check version, though</a:t>
            </a:r>
          </a:p>
          <a:p>
            <a:pPr lvl="1"/>
            <a:r>
              <a:rPr lang="en-US" dirty="0" smtClean="0"/>
              <a:t>Pangolin viewer works fine with the </a:t>
            </a:r>
            <a:r>
              <a:rPr lang="en-US" dirty="0" err="1" smtClean="0"/>
              <a:t>Nano</a:t>
            </a:r>
            <a:r>
              <a:rPr lang="en-US" dirty="0" smtClean="0"/>
              <a:t> GPU</a:t>
            </a:r>
          </a:p>
          <a:p>
            <a:pPr lvl="1"/>
            <a:r>
              <a:rPr lang="en-US" dirty="0" smtClean="0"/>
              <a:t>Another option: Isaac ROS Visual SLAM – optimized for </a:t>
            </a:r>
            <a:r>
              <a:rPr lang="en-US" dirty="0" err="1" smtClean="0"/>
              <a:t>Nvidia</a:t>
            </a:r>
            <a:r>
              <a:rPr lang="en-US" dirty="0" smtClean="0"/>
              <a:t> </a:t>
            </a:r>
            <a:r>
              <a:rPr lang="en-US" dirty="0" err="1" smtClean="0"/>
              <a:t>Nano</a:t>
            </a:r>
            <a:endParaRPr lang="en-US" dirty="0" smtClean="0"/>
          </a:p>
          <a:p>
            <a:r>
              <a:rPr lang="en-US" dirty="0" smtClean="0"/>
              <a:t>Pi 5:</a:t>
            </a:r>
          </a:p>
          <a:p>
            <a:pPr lvl="1"/>
            <a:r>
              <a:rPr lang="en-US" dirty="0" smtClean="0"/>
              <a:t>Yes, but you will only get 10-20fps performance</a:t>
            </a:r>
          </a:p>
          <a:p>
            <a:pPr lvl="1"/>
            <a:r>
              <a:rPr lang="en-US" dirty="0" smtClean="0"/>
              <a:t>Things that will help performance:</a:t>
            </a:r>
          </a:p>
          <a:p>
            <a:pPr lvl="2"/>
            <a:r>
              <a:rPr lang="en-US" dirty="0" smtClean="0"/>
              <a:t>Disable the viewer</a:t>
            </a:r>
          </a:p>
          <a:p>
            <a:pPr lvl="2"/>
            <a:r>
              <a:rPr lang="en-US" dirty="0" smtClean="0"/>
              <a:t>Use fast SSD card</a:t>
            </a:r>
          </a:p>
          <a:p>
            <a:pPr lvl="2"/>
            <a:r>
              <a:rPr lang="en-US" dirty="0" smtClean="0"/>
              <a:t>Adequate cooling</a:t>
            </a:r>
          </a:p>
          <a:p>
            <a:pPr lvl="1"/>
            <a:r>
              <a:rPr lang="en-US" dirty="0" smtClean="0"/>
              <a:t>Pi 5 has USB 3.0 – will work, but maybe slower?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216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rtabmap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github.com/</a:t>
            </a:r>
            <a:r>
              <a:rPr lang="en-US" dirty="0" err="1" smtClean="0"/>
              <a:t>introlab</a:t>
            </a:r>
            <a:r>
              <a:rPr lang="en-US" dirty="0" smtClean="0"/>
              <a:t>/</a:t>
            </a:r>
            <a:r>
              <a:rPr lang="en-US" dirty="0" err="1" smtClean="0"/>
              <a:t>rtabmap</a:t>
            </a:r>
            <a:endParaRPr lang="en-US" dirty="0" smtClean="0"/>
          </a:p>
          <a:p>
            <a:r>
              <a:rPr lang="en-US" dirty="0" smtClean="0"/>
              <a:t>Working on the Linux RTX4060 computer:</a:t>
            </a:r>
          </a:p>
          <a:p>
            <a:pPr lvl="1"/>
            <a:r>
              <a:rPr lang="en-US" dirty="0" smtClean="0"/>
              <a:t>Just run </a:t>
            </a:r>
            <a:r>
              <a:rPr lang="en-US" dirty="0" err="1" smtClean="0"/>
              <a:t>rtabmap</a:t>
            </a:r>
            <a:r>
              <a:rPr lang="en-US" dirty="0" smtClean="0"/>
              <a:t> from anywhere</a:t>
            </a:r>
          </a:p>
          <a:p>
            <a:pPr lvl="2"/>
            <a:r>
              <a:rPr lang="en-US" dirty="0" smtClean="0"/>
              <a:t>Need to select the RGBD camera D400 series first!</a:t>
            </a:r>
          </a:p>
          <a:p>
            <a:pPr lvl="2"/>
            <a:r>
              <a:rPr lang="en-US" dirty="0" smtClean="0"/>
              <a:t>Then select New Database</a:t>
            </a:r>
          </a:p>
          <a:p>
            <a:pPr lvl="2"/>
            <a:r>
              <a:rPr lang="en-US" dirty="0" smtClean="0"/>
              <a:t>Then select Play button</a:t>
            </a:r>
            <a:endParaRPr lang="en-US" dirty="0"/>
          </a:p>
          <a:p>
            <a:pPr lvl="2"/>
            <a:r>
              <a:rPr lang="en-US" dirty="0" smtClean="0"/>
              <a:t>it’s installed in /</a:t>
            </a:r>
            <a:r>
              <a:rPr lang="en-US" dirty="0" err="1" smtClean="0"/>
              <a:t>usr</a:t>
            </a:r>
            <a:r>
              <a:rPr lang="en-US" dirty="0" smtClean="0"/>
              <a:t>/local/bin/</a:t>
            </a:r>
            <a:r>
              <a:rPr lang="en-US" dirty="0" err="1" smtClean="0"/>
              <a:t>rtabmap</a:t>
            </a:r>
            <a:r>
              <a:rPr lang="en-US" dirty="0" smtClean="0"/>
              <a:t> but built from source in /home/big/</a:t>
            </a:r>
            <a:r>
              <a:rPr lang="en-US" dirty="0" err="1" smtClean="0"/>
              <a:t>rtabmap</a:t>
            </a:r>
            <a:endParaRPr lang="en-US" dirty="0"/>
          </a:p>
          <a:p>
            <a:r>
              <a:rPr lang="en-US" dirty="0" err="1" smtClean="0"/>
              <a:t>rtabmap</a:t>
            </a:r>
            <a:r>
              <a:rPr lang="en-US" dirty="0" smtClean="0"/>
              <a:t> allows exporting 3D clouds in ply, </a:t>
            </a:r>
            <a:r>
              <a:rPr lang="en-US" dirty="0" err="1" smtClean="0"/>
              <a:t>pcd</a:t>
            </a:r>
            <a:r>
              <a:rPr lang="en-US" dirty="0" smtClean="0"/>
              <a:t>, and </a:t>
            </a:r>
            <a:r>
              <a:rPr lang="en-US" dirty="0" err="1" smtClean="0"/>
              <a:t>obj</a:t>
            </a:r>
            <a:r>
              <a:rPr lang="en-US" dirty="0" smtClean="0"/>
              <a:t> formats</a:t>
            </a:r>
          </a:p>
          <a:p>
            <a:pPr lvl="1"/>
            <a:r>
              <a:rPr lang="en-US" dirty="0" smtClean="0"/>
              <a:t>Also allows export of poses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933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3D point cloud formats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0304864"/>
              </p:ext>
            </p:extLst>
          </p:nvPr>
        </p:nvGraphicFramePr>
        <p:xfrm>
          <a:off x="838200" y="1825625"/>
          <a:ext cx="10515600" cy="338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721"/>
                <a:gridCol w="4293079"/>
                <a:gridCol w="2628900"/>
                <a:gridCol w="26289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Full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Best For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.ply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Polygon File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Points + optional mesh, color, normal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Widest</a:t>
                      </a:r>
                      <a:r>
                        <a:rPr lang="en-US" baseline="0" dirty="0" smtClean="0"/>
                        <a:t> compatibility: works in </a:t>
                      </a:r>
                      <a:r>
                        <a:rPr lang="en-US" baseline="0" dirty="0" err="1" smtClean="0"/>
                        <a:t>MeshLab</a:t>
                      </a:r>
                      <a:r>
                        <a:rPr lang="en-US" baseline="0" dirty="0" smtClean="0"/>
                        <a:t>, Blender, </a:t>
                      </a:r>
                      <a:r>
                        <a:rPr lang="en-US" baseline="0" dirty="0" err="1" smtClean="0"/>
                        <a:t>CloudCompare</a:t>
                      </a:r>
                      <a:r>
                        <a:rPr lang="en-US" baseline="0" dirty="0" smtClean="0"/>
                        <a:t>, Open3D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.</a:t>
                      </a:r>
                      <a:r>
                        <a:rPr lang="en-US" dirty="0" err="1" smtClean="0"/>
                        <a:t>pcd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Points Cloud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Points only, binary or ASCII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ROS ecosystem and</a:t>
                      </a:r>
                      <a:r>
                        <a:rPr lang="en-US" baseline="0" dirty="0" smtClean="0"/>
                        <a:t> PCL tools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.</a:t>
                      </a:r>
                      <a:r>
                        <a:rPr lang="en-US" dirty="0" err="1" smtClean="0"/>
                        <a:t>obj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Wavefront</a:t>
                      </a:r>
                      <a:r>
                        <a:rPr lang="en-US" dirty="0" smtClean="0"/>
                        <a:t> OBJ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Mesh/triangles + texture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3D modeling and rendering – Blender, Unity, Unreal</a:t>
                      </a:r>
                      <a:r>
                        <a:rPr lang="en-US" baseline="0" dirty="0" smtClean="0"/>
                        <a:t> (game engines)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356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Thermal Camera: </a:t>
            </a:r>
            <a:r>
              <a:rPr lang="en-US" dirty="0" err="1" smtClean="0"/>
              <a:t>MileSeey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in \</a:t>
            </a:r>
            <a:r>
              <a:rPr lang="en-US" dirty="0" smtClean="0"/>
              <a:t>embedded\</a:t>
            </a:r>
            <a:r>
              <a:rPr lang="en-US" dirty="0" err="1" smtClean="0"/>
              <a:t>RaspberryPi</a:t>
            </a:r>
            <a:r>
              <a:rPr lang="en-US" dirty="0" smtClean="0"/>
              <a:t>\</a:t>
            </a:r>
            <a:r>
              <a:rPr lang="en-US" dirty="0" err="1" smtClean="0"/>
              <a:t>PyThermalCam</a:t>
            </a:r>
            <a:endParaRPr lang="en-US" dirty="0" smtClean="0"/>
          </a:p>
          <a:p>
            <a:pPr lvl="1"/>
            <a:r>
              <a:rPr lang="en-US" dirty="0" smtClean="0"/>
              <a:t>Code modified to turn image upside down!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042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456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SLAM – Simultaneous Localization and Mapping</vt:lpstr>
      <vt:lpstr>VSLAM</vt:lpstr>
      <vt:lpstr>ORB-SLAM using WSL on Windows</vt:lpstr>
      <vt:lpstr>ORB-SLAM on native Linux</vt:lpstr>
      <vt:lpstr>ORB-SLAM on Raspberry Pi 5? Orin Nano?</vt:lpstr>
      <vt:lpstr>rtabmap</vt:lpstr>
      <vt:lpstr>3D point cloud formats</vt:lpstr>
      <vt:lpstr>Thermal Camera: MileSeey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SLAM – Simultaneous Localization and Mapping</dc:title>
  <dc:creator>Bluuugg Blerk</dc:creator>
  <cp:lastModifiedBy>Bluuugg Blerk</cp:lastModifiedBy>
  <cp:revision>38</cp:revision>
  <dcterms:created xsi:type="dcterms:W3CDTF">2026-04-29T01:21:52Z</dcterms:created>
  <dcterms:modified xsi:type="dcterms:W3CDTF">2026-05-06T21:29:08Z</dcterms:modified>
</cp:coreProperties>
</file>