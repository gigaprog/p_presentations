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822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489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663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22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41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91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060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508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06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858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61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DDB5C0-F327-4007-A28F-6FEF3D5ACAD3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487C88-BF0A-4441-9414-025371AF2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1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SLAM-LAB/VSLAM-LAB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SLAM – Simultaneous Localization and Mapping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05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VSLAM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https://github.com/VSLAM-LAB/VSLAM-LAB</a:t>
            </a:r>
            <a:endParaRPr lang="en-US" dirty="0" smtClean="0"/>
          </a:p>
          <a:p>
            <a:r>
              <a:rPr lang="en-US" dirty="0" smtClean="0"/>
              <a:t>*I thought I installed this and had it working, but can’t find it.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7769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ORB-SLAM using WSL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Must run this from WSL or real Linux</a:t>
            </a:r>
          </a:p>
          <a:p>
            <a:r>
              <a:rPr lang="en-US" dirty="0" smtClean="0"/>
              <a:t>Windows command line (as admin) to bind the </a:t>
            </a:r>
            <a:r>
              <a:rPr lang="en-US" dirty="0" err="1" smtClean="0"/>
              <a:t>RealSense</a:t>
            </a:r>
            <a:r>
              <a:rPr lang="en-US" dirty="0" smtClean="0"/>
              <a:t> cam first:</a:t>
            </a:r>
          </a:p>
          <a:p>
            <a:pPr lvl="1"/>
            <a:r>
              <a:rPr lang="en-US" dirty="0" err="1" smtClean="0"/>
              <a:t>usbipd</a:t>
            </a:r>
            <a:r>
              <a:rPr lang="en-US" dirty="0" smtClean="0"/>
              <a:t> list  *note the </a:t>
            </a:r>
            <a:r>
              <a:rPr lang="en-US" dirty="0" err="1" smtClean="0"/>
              <a:t>busID</a:t>
            </a:r>
            <a:r>
              <a:rPr lang="en-US" dirty="0" smtClean="0"/>
              <a:t> for the </a:t>
            </a:r>
            <a:r>
              <a:rPr lang="en-US" dirty="0" err="1" smtClean="0"/>
              <a:t>RealSense</a:t>
            </a:r>
            <a:r>
              <a:rPr lang="en-US" dirty="0" smtClean="0"/>
              <a:t> cam</a:t>
            </a:r>
          </a:p>
          <a:p>
            <a:pPr lvl="1"/>
            <a:r>
              <a:rPr lang="en-US" dirty="0" err="1" smtClean="0"/>
              <a:t>usbipd</a:t>
            </a:r>
            <a:r>
              <a:rPr lang="en-US" dirty="0" smtClean="0"/>
              <a:t> bind --</a:t>
            </a:r>
            <a:r>
              <a:rPr lang="en-US" dirty="0" err="1" smtClean="0"/>
              <a:t>busid</a:t>
            </a:r>
            <a:r>
              <a:rPr lang="en-US" dirty="0"/>
              <a:t> </a:t>
            </a:r>
            <a:r>
              <a:rPr lang="en-US" dirty="0" smtClean="0"/>
              <a:t>1-3</a:t>
            </a:r>
          </a:p>
          <a:p>
            <a:pPr lvl="1"/>
            <a:r>
              <a:rPr lang="en-US" dirty="0" err="1" smtClean="0"/>
              <a:t>usbipd</a:t>
            </a:r>
            <a:r>
              <a:rPr lang="en-US" dirty="0" smtClean="0"/>
              <a:t> attach --</a:t>
            </a:r>
            <a:r>
              <a:rPr lang="en-US" dirty="0" err="1" smtClean="0"/>
              <a:t>wsl</a:t>
            </a:r>
            <a:r>
              <a:rPr lang="en-US" dirty="0" smtClean="0"/>
              <a:t> --</a:t>
            </a:r>
            <a:r>
              <a:rPr lang="en-US" dirty="0" err="1" smtClean="0"/>
              <a:t>busid</a:t>
            </a:r>
            <a:r>
              <a:rPr lang="en-US" dirty="0" smtClean="0"/>
              <a:t> 1-3</a:t>
            </a:r>
          </a:p>
          <a:p>
            <a:r>
              <a:rPr lang="en-US" dirty="0" smtClean="0"/>
              <a:t>*Getting errors:</a:t>
            </a:r>
          </a:p>
          <a:p>
            <a:pPr lvl="1"/>
            <a:r>
              <a:rPr lang="en-US" dirty="0" smtClean="0"/>
              <a:t>The IMU part of the sensor is not passed thru from </a:t>
            </a:r>
            <a:r>
              <a:rPr lang="en-US" dirty="0" err="1" smtClean="0"/>
              <a:t>usbipd</a:t>
            </a:r>
            <a:r>
              <a:rPr lang="en-US" dirty="0" smtClean="0"/>
              <a:t> - *This is a known limitation of </a:t>
            </a:r>
            <a:r>
              <a:rPr lang="en-US" dirty="0" err="1" smtClean="0"/>
              <a:t>wsl</a:t>
            </a:r>
            <a:r>
              <a:rPr lang="en-US" dirty="0" smtClean="0"/>
              <a:t>!!</a:t>
            </a:r>
          </a:p>
          <a:p>
            <a:pPr lvl="1"/>
            <a:r>
              <a:rPr lang="en-US" dirty="0" smtClean="0"/>
              <a:t>Also getting segmentation fault – but that is fixable, just ask Claude.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391031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ORB-SLAM on native Linux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This is working now on the Linux w/RTX 4060</a:t>
            </a:r>
          </a:p>
          <a:p>
            <a:pPr lvl="1"/>
            <a:r>
              <a:rPr lang="en-US" dirty="0" smtClean="0"/>
              <a:t>Actually does NOT need a GPU to run, other than the display window</a:t>
            </a:r>
          </a:p>
          <a:p>
            <a:r>
              <a:rPr lang="en-US" dirty="0" smtClean="0"/>
              <a:t>Using the D435i:</a:t>
            </a:r>
          </a:p>
          <a:p>
            <a:pPr lvl="1"/>
            <a:r>
              <a:rPr lang="en-US" dirty="0" smtClean="0"/>
              <a:t>cd ~/ORB_SLAM3</a:t>
            </a:r>
          </a:p>
          <a:p>
            <a:pPr lvl="1"/>
            <a:r>
              <a:rPr lang="en-US" dirty="0" smtClean="0"/>
              <a:t>./Examples/Stereo-Inertial/stereo_inertial_realsense_D435i Vocabulary/ORBvoc.txt Examples/Stereo-Inertial/RealSense_D435i.yaml</a:t>
            </a:r>
            <a:r>
              <a:rPr lang="en-US" dirty="0"/>
              <a:t> </a:t>
            </a:r>
            <a:r>
              <a:rPr lang="en-US" dirty="0" err="1" smtClean="0"/>
              <a:t>my_trajectory</a:t>
            </a:r>
            <a:endParaRPr lang="en-US" dirty="0" smtClean="0"/>
          </a:p>
          <a:p>
            <a:r>
              <a:rPr lang="en-US" dirty="0" smtClean="0"/>
              <a:t>*This will save a map as my_trajectory.txt</a:t>
            </a:r>
          </a:p>
          <a:p>
            <a:pPr lvl="1"/>
            <a:r>
              <a:rPr lang="en-US" dirty="0" smtClean="0"/>
              <a:t>*ORB-SLAM will NOT save the point cloud! That requires additional code!!</a:t>
            </a:r>
          </a:p>
          <a:p>
            <a:pPr lvl="1"/>
            <a:r>
              <a:rPr lang="en-US" dirty="0" smtClean="0"/>
              <a:t>This can be viewed with a separate tool like </a:t>
            </a:r>
            <a:r>
              <a:rPr lang="en-US" dirty="0" err="1" smtClean="0"/>
              <a:t>evo</a:t>
            </a:r>
            <a:r>
              <a:rPr lang="en-US" dirty="0" smtClean="0"/>
              <a:t> or Open3D or </a:t>
            </a:r>
            <a:r>
              <a:rPr lang="en-US" dirty="0" err="1" smtClean="0"/>
              <a:t>Rviz</a:t>
            </a:r>
            <a:endParaRPr lang="en-US" dirty="0" smtClean="0"/>
          </a:p>
          <a:p>
            <a:pPr lvl="2"/>
            <a:r>
              <a:rPr lang="en-US" dirty="0" smtClean="0"/>
              <a:t>pip install </a:t>
            </a:r>
            <a:r>
              <a:rPr lang="en-US" dirty="0" err="1" smtClean="0"/>
              <a:t>evo</a:t>
            </a:r>
            <a:endParaRPr lang="en-US" dirty="0" smtClean="0"/>
          </a:p>
          <a:p>
            <a:pPr lvl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509123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Thermal Camera: </a:t>
            </a:r>
            <a:r>
              <a:rPr lang="en-US" dirty="0" err="1" smtClean="0"/>
              <a:t>MileSeey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in \</a:t>
            </a:r>
            <a:r>
              <a:rPr lang="en-US" dirty="0" smtClean="0"/>
              <a:t>embedded\</a:t>
            </a:r>
            <a:r>
              <a:rPr lang="en-US" dirty="0" err="1" smtClean="0"/>
              <a:t>RaspberryPi</a:t>
            </a:r>
            <a:r>
              <a:rPr lang="en-US" dirty="0" smtClean="0"/>
              <a:t>\</a:t>
            </a:r>
            <a:r>
              <a:rPr lang="en-US" dirty="0" err="1" smtClean="0"/>
              <a:t>PyThermalCam</a:t>
            </a:r>
            <a:endParaRPr lang="en-US" dirty="0" smtClean="0"/>
          </a:p>
          <a:p>
            <a:pPr lvl="1"/>
            <a:r>
              <a:rPr lang="en-US" dirty="0" smtClean="0"/>
              <a:t>Code modified to turn image upside down!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042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209</Words>
  <Application>Microsoft Office PowerPoint</Application>
  <PresentationFormat>Widescreen</PresentationFormat>
  <Paragraphs>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SLAM – Simultaneous Localization and Mapping</vt:lpstr>
      <vt:lpstr>VSLAM</vt:lpstr>
      <vt:lpstr>ORB-SLAM using WSL on Windows</vt:lpstr>
      <vt:lpstr>ORB-SLAM on native Linux</vt:lpstr>
      <vt:lpstr>Thermal Camera: MileSeey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SLAM – Simultaneous Localization and Mapping</dc:title>
  <dc:creator>Bluuugg Blerk</dc:creator>
  <cp:lastModifiedBy>Bluuugg Blerk</cp:lastModifiedBy>
  <cp:revision>23</cp:revision>
  <dcterms:created xsi:type="dcterms:W3CDTF">2026-04-29T01:21:52Z</dcterms:created>
  <dcterms:modified xsi:type="dcterms:W3CDTF">2026-05-06T02:24:25Z</dcterms:modified>
</cp:coreProperties>
</file>