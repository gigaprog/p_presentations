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2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8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63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2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9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60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0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0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5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DB5C0-F327-4007-A28F-6FEF3D5ACA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SLAM-LAB/VSLAM-LA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SLAM – Simultaneous Localization and Mapping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05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VSLAM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https://github.com/VSLAM-LAB/VSLAM-LAB</a:t>
            </a:r>
            <a:endParaRPr lang="en-US" dirty="0" smtClean="0"/>
          </a:p>
          <a:p>
            <a:r>
              <a:rPr lang="en-US" dirty="0" smtClean="0"/>
              <a:t>*Where did I install this?? It was working somewhere…</a:t>
            </a:r>
          </a:p>
          <a:p>
            <a:pPr lvl="1"/>
            <a:r>
              <a:rPr lang="en-US" dirty="0" smtClean="0"/>
              <a:t>Can’t find it…reinstall and </a:t>
            </a:r>
            <a:r>
              <a:rPr lang="en-US" smtClean="0"/>
              <a:t>try again…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SLAM – Simultaneous Localization and Mapping</vt:lpstr>
      <vt:lpstr>VSLAM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SLAM – Simultaneous Localization and Mapping</dc:title>
  <dc:creator>Bluuugg Blerk</dc:creator>
  <cp:lastModifiedBy>Bluuugg Blerk</cp:lastModifiedBy>
  <cp:revision>6</cp:revision>
  <dcterms:created xsi:type="dcterms:W3CDTF">2026-04-29T01:21:52Z</dcterms:created>
  <dcterms:modified xsi:type="dcterms:W3CDTF">2026-04-29T04:29:03Z</dcterms:modified>
</cp:coreProperties>
</file>