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27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575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31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39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11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29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51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952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919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15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FFFBD-7B79-48DA-AACF-2849AFA7CFC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68566-DD9B-451B-A1E9-9F06B21D18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120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ilo-ai" TargetMode="External"/><Relationship Id="rId2" Type="http://schemas.openxmlformats.org/officeDocument/2006/relationships/hyperlink" Target="https://community.hailo.ai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ailo-ai/darkne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AI Edge Computing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292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Pi with AI Hat+</a:t>
            </a:r>
          </a:p>
          <a:p>
            <a:pPr lvl="1"/>
            <a:r>
              <a:rPr lang="en-US" dirty="0" smtClean="0"/>
              <a:t>$70 for 26 TOPS</a:t>
            </a:r>
          </a:p>
          <a:p>
            <a:pPr lvl="1"/>
            <a:r>
              <a:rPr lang="en-US" dirty="0" smtClean="0"/>
              <a:t>Supports </a:t>
            </a:r>
            <a:r>
              <a:rPr lang="en-US" dirty="0" err="1" smtClean="0"/>
              <a:t>TensorFlow</a:t>
            </a:r>
            <a:r>
              <a:rPr lang="en-US" dirty="0" smtClean="0"/>
              <a:t> and </a:t>
            </a:r>
            <a:r>
              <a:rPr lang="en-US" dirty="0" err="1" smtClean="0"/>
              <a:t>PyTorch</a:t>
            </a:r>
            <a:endParaRPr lang="en-US" dirty="0" smtClean="0"/>
          </a:p>
          <a:p>
            <a:pPr lvl="1"/>
            <a:r>
              <a:rPr lang="en-US" dirty="0" smtClean="0"/>
              <a:t>Shares Pi’s memory, usually 8GB</a:t>
            </a:r>
          </a:p>
          <a:p>
            <a:r>
              <a:rPr lang="en-US" dirty="0" err="1" smtClean="0"/>
              <a:t>Nvidia</a:t>
            </a:r>
            <a:r>
              <a:rPr lang="en-US" dirty="0" smtClean="0"/>
              <a:t> Jetson Orin Nano 8GB (also have 4GB version)</a:t>
            </a:r>
          </a:p>
          <a:p>
            <a:pPr lvl="1"/>
            <a:r>
              <a:rPr lang="en-US" dirty="0" smtClean="0"/>
              <a:t>$250 for 40 TOPS</a:t>
            </a:r>
          </a:p>
          <a:p>
            <a:pPr lvl="2"/>
            <a:r>
              <a:rPr lang="en-US" dirty="0" smtClean="0"/>
              <a:t>Newer ‘Super’ version is 67 TOPS</a:t>
            </a:r>
          </a:p>
          <a:p>
            <a:pPr lvl="2"/>
            <a:r>
              <a:rPr lang="en-US" dirty="0" smtClean="0"/>
              <a:t>102 GB/s memory</a:t>
            </a:r>
          </a:p>
          <a:p>
            <a:r>
              <a:rPr lang="en-US" dirty="0" err="1" smtClean="0"/>
              <a:t>Nvidia</a:t>
            </a:r>
            <a:r>
              <a:rPr lang="en-US" dirty="0" smtClean="0"/>
              <a:t> AGX Orin</a:t>
            </a:r>
          </a:p>
          <a:p>
            <a:pPr lvl="1"/>
            <a:r>
              <a:rPr lang="en-US" dirty="0" smtClean="0"/>
              <a:t>$1000-$1400 for 275 TOPS, but has 64GB RAM</a:t>
            </a:r>
          </a:p>
          <a:p>
            <a:r>
              <a:rPr lang="en-US" dirty="0" err="1" smtClean="0"/>
              <a:t>Nvidia</a:t>
            </a:r>
            <a:r>
              <a:rPr lang="en-US" dirty="0" smtClean="0"/>
              <a:t> Jetson Thor</a:t>
            </a:r>
          </a:p>
          <a:p>
            <a:pPr lvl="1"/>
            <a:r>
              <a:rPr lang="en-US" dirty="0" smtClean="0"/>
              <a:t>$2800 for 2070 TFLOPS and has 128GB RAM</a:t>
            </a:r>
          </a:p>
          <a:p>
            <a:r>
              <a:rPr lang="en-US" dirty="0" err="1" smtClean="0"/>
              <a:t>Nvidia</a:t>
            </a:r>
            <a:r>
              <a:rPr lang="en-US" dirty="0" smtClean="0"/>
              <a:t> DGX Spark $4000 for 1 </a:t>
            </a:r>
            <a:r>
              <a:rPr lang="en-US" dirty="0" err="1" smtClean="0"/>
              <a:t>petaFLOP</a:t>
            </a:r>
            <a:r>
              <a:rPr lang="en-US" dirty="0" smtClean="0"/>
              <a:t> and 128GB</a:t>
            </a:r>
          </a:p>
          <a:p>
            <a:pPr lvl="1"/>
            <a:endParaRPr lang="en-US" dirty="0" smtClean="0"/>
          </a:p>
          <a:p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6915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 AI:</a:t>
            </a:r>
            <a:br>
              <a:rPr lang="en-US" dirty="0" smtClean="0"/>
            </a:br>
            <a:r>
              <a:rPr lang="en-US" dirty="0" smtClean="0"/>
              <a:t>running object detection streaming video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 smtClean="0"/>
              <a:t>rpicam</a:t>
            </a:r>
            <a:r>
              <a:rPr lang="en-US" dirty="0" smtClean="0"/>
              <a:t>-hello -t 0 --post-process-file /</a:t>
            </a:r>
            <a:r>
              <a:rPr lang="en-US" dirty="0" err="1" smtClean="0"/>
              <a:t>usr</a:t>
            </a:r>
            <a:r>
              <a:rPr lang="en-US" dirty="0" smtClean="0"/>
              <a:t>/share/</a:t>
            </a:r>
            <a:r>
              <a:rPr lang="en-US" dirty="0" err="1" smtClean="0"/>
              <a:t>rpi</a:t>
            </a:r>
            <a:r>
              <a:rPr lang="en-US" dirty="0" smtClean="0"/>
              <a:t>-camera-assets/hailo_yolov6_inference.json</a:t>
            </a:r>
          </a:p>
          <a:p>
            <a:r>
              <a:rPr lang="en-US" dirty="0" smtClean="0"/>
              <a:t>Has these pre-trained models:</a:t>
            </a:r>
          </a:p>
          <a:p>
            <a:pPr lvl="1"/>
            <a:r>
              <a:rPr lang="en-US" dirty="0" err="1" smtClean="0"/>
              <a:t>hailo_pose_inf_fl</a:t>
            </a:r>
            <a:endParaRPr lang="en-US" dirty="0" smtClean="0"/>
          </a:p>
          <a:p>
            <a:pPr lvl="1"/>
            <a:r>
              <a:rPr lang="en-US" dirty="0" err="1" smtClean="0"/>
              <a:t>hailo_scrfd</a:t>
            </a:r>
            <a:endParaRPr lang="en-US" dirty="0" smtClean="0"/>
          </a:p>
          <a:p>
            <a:pPr lvl="1"/>
            <a:r>
              <a:rPr lang="en-US" dirty="0" smtClean="0"/>
              <a:t>yolov5/6/8 </a:t>
            </a:r>
            <a:r>
              <a:rPr lang="en-US" dirty="0" err="1" smtClean="0"/>
              <a:t>personface</a:t>
            </a:r>
            <a:r>
              <a:rPr lang="en-US" dirty="0" smtClean="0"/>
              <a:t> / segmentation / inference / pose</a:t>
            </a:r>
          </a:p>
          <a:p>
            <a:pPr lvl="2"/>
            <a:r>
              <a:rPr lang="en-US" dirty="0"/>
              <a:t>p</a:t>
            </a:r>
            <a:r>
              <a:rPr lang="en-US" dirty="0" smtClean="0"/>
              <a:t>ose shows stick figure on humans</a:t>
            </a:r>
          </a:p>
          <a:p>
            <a:pPr lvl="2"/>
            <a:r>
              <a:rPr lang="en-US" dirty="0" smtClean="0"/>
              <a:t>segmentation shows people &amp; things outlined</a:t>
            </a:r>
          </a:p>
          <a:p>
            <a:pPr lvl="1"/>
            <a:r>
              <a:rPr lang="en-US" dirty="0" err="1" smtClean="0"/>
              <a:t>acoustic_focus</a:t>
            </a:r>
            <a:endParaRPr lang="en-US" dirty="0" smtClean="0"/>
          </a:p>
          <a:p>
            <a:pPr lvl="1"/>
            <a:r>
              <a:rPr lang="en-US" dirty="0" err="1" smtClean="0"/>
              <a:t>annotate_cv</a:t>
            </a:r>
            <a:endParaRPr lang="en-US" dirty="0" smtClean="0"/>
          </a:p>
          <a:p>
            <a:pPr lvl="1"/>
            <a:r>
              <a:rPr lang="en-US" dirty="0" err="1" smtClean="0"/>
              <a:t>face_detect_cv</a:t>
            </a:r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286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 AI: Uses Hailo-8L AI accelerator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 smtClean="0"/>
              <a:t>Chatboard</a:t>
            </a:r>
            <a:r>
              <a:rPr lang="en-US" dirty="0"/>
              <a:t> at: </a:t>
            </a:r>
            <a:r>
              <a:rPr lang="en-US" dirty="0">
                <a:hlinkClick r:id="rId2"/>
              </a:rPr>
              <a:t>https://community.hailo.ai</a:t>
            </a:r>
            <a:r>
              <a:rPr lang="en-US" dirty="0" smtClean="0">
                <a:hlinkClick r:id="rId2"/>
              </a:rPr>
              <a:t>/</a:t>
            </a:r>
            <a:endParaRPr lang="en-US" dirty="0" smtClean="0"/>
          </a:p>
          <a:p>
            <a:r>
              <a:rPr lang="en-US" dirty="0" smtClean="0"/>
              <a:t>To use models on the </a:t>
            </a:r>
            <a:r>
              <a:rPr lang="en-US" dirty="0" err="1" smtClean="0"/>
              <a:t>Hailo</a:t>
            </a:r>
            <a:r>
              <a:rPr lang="en-US" dirty="0" smtClean="0"/>
              <a:t> HAT you need to convert the models over to the </a:t>
            </a:r>
            <a:r>
              <a:rPr lang="en-US" dirty="0" err="1" smtClean="0"/>
              <a:t>hailo</a:t>
            </a:r>
            <a:r>
              <a:rPr lang="en-US" dirty="0" smtClean="0"/>
              <a:t> format and use </a:t>
            </a:r>
            <a:r>
              <a:rPr lang="en-US" dirty="0" err="1" smtClean="0"/>
              <a:t>hailo’s</a:t>
            </a:r>
            <a:r>
              <a:rPr lang="en-US" dirty="0" smtClean="0"/>
              <a:t> software stack!</a:t>
            </a:r>
          </a:p>
          <a:p>
            <a:pPr lvl="1"/>
            <a:r>
              <a:rPr lang="en-US" dirty="0" smtClean="0"/>
              <a:t>Just running on Pi5 will do a few frames/second vs the </a:t>
            </a:r>
            <a:r>
              <a:rPr lang="en-US" dirty="0" err="1" smtClean="0"/>
              <a:t>hailo</a:t>
            </a:r>
            <a:r>
              <a:rPr lang="en-US" dirty="0"/>
              <a:t> </a:t>
            </a:r>
            <a:r>
              <a:rPr lang="en-US" dirty="0" smtClean="0"/>
              <a:t>AI’s 25+ frames/second</a:t>
            </a:r>
          </a:p>
          <a:p>
            <a:r>
              <a:rPr lang="en-US" dirty="0" smtClean="0"/>
              <a:t>Various </a:t>
            </a:r>
            <a:r>
              <a:rPr lang="en-US" dirty="0" err="1" smtClean="0"/>
              <a:t>github</a:t>
            </a:r>
            <a:r>
              <a:rPr lang="en-US" dirty="0"/>
              <a:t> repos at: </a:t>
            </a:r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github.com/hailo-ai</a:t>
            </a:r>
            <a:endParaRPr lang="en-US" dirty="0" smtClean="0"/>
          </a:p>
          <a:p>
            <a:pPr lvl="1"/>
            <a:r>
              <a:rPr lang="en-US" dirty="0" smtClean="0"/>
              <a:t>hailo-rpi5-examples:</a:t>
            </a:r>
          </a:p>
          <a:p>
            <a:pPr lvl="2"/>
            <a:r>
              <a:rPr lang="en-US" dirty="0" smtClean="0"/>
              <a:t>cd ~/hailo-rpi5-examples</a:t>
            </a:r>
          </a:p>
          <a:p>
            <a:pPr lvl="2"/>
            <a:r>
              <a:rPr lang="en-US" dirty="0" smtClean="0"/>
              <a:t>source setup_env.sh</a:t>
            </a:r>
          </a:p>
          <a:p>
            <a:pPr lvl="2"/>
            <a:r>
              <a:rPr lang="en-US" dirty="0" smtClean="0"/>
              <a:t>cd </a:t>
            </a:r>
            <a:r>
              <a:rPr lang="en-US" dirty="0" err="1" smtClean="0"/>
              <a:t>basic_pipelines</a:t>
            </a:r>
            <a:endParaRPr lang="en-US" dirty="0" smtClean="0"/>
          </a:p>
          <a:p>
            <a:pPr lvl="2"/>
            <a:r>
              <a:rPr lang="en-US" dirty="0" smtClean="0"/>
              <a:t>python detection.py</a:t>
            </a:r>
          </a:p>
          <a:p>
            <a:pPr lvl="1"/>
            <a:r>
              <a:rPr lang="en-US" dirty="0" err="1" smtClean="0"/>
              <a:t>hailo_model_zoo</a:t>
            </a:r>
            <a:r>
              <a:rPr lang="en-US" dirty="0" smtClean="0"/>
              <a:t>:</a:t>
            </a:r>
          </a:p>
          <a:p>
            <a:pPr lvl="2"/>
            <a:r>
              <a:rPr lang="en-US" dirty="0" smtClean="0"/>
              <a:t>Under </a:t>
            </a:r>
            <a:r>
              <a:rPr lang="en-US" dirty="0" err="1" smtClean="0"/>
              <a:t>hailo_models</a:t>
            </a:r>
            <a:r>
              <a:rPr lang="en-US" dirty="0" smtClean="0"/>
              <a:t>:</a:t>
            </a:r>
          </a:p>
          <a:p>
            <a:pPr lvl="3"/>
            <a:r>
              <a:rPr lang="en-US" dirty="0" smtClean="0"/>
              <a:t> </a:t>
            </a:r>
            <a:r>
              <a:rPr lang="en-US" dirty="0" err="1" smtClean="0"/>
              <a:t>license_plate_detection</a:t>
            </a:r>
            <a:r>
              <a:rPr lang="en-US" dirty="0" smtClean="0"/>
              <a:t> – uses compiled neural net so not immediately obvious how to use outside the Pi Hat…</a:t>
            </a:r>
          </a:p>
          <a:p>
            <a:pPr lvl="3"/>
            <a:r>
              <a:rPr lang="en-US" dirty="0" smtClean="0"/>
              <a:t> </a:t>
            </a:r>
            <a:r>
              <a:rPr lang="en-US" dirty="0" err="1" smtClean="0"/>
              <a:t>license_plate_recognition</a:t>
            </a:r>
            <a:endParaRPr lang="en-US" dirty="0" smtClean="0"/>
          </a:p>
          <a:p>
            <a:pPr lvl="3"/>
            <a:r>
              <a:rPr lang="en-US" dirty="0" err="1" smtClean="0"/>
              <a:t>vehicle_detection</a:t>
            </a:r>
            <a:endParaRPr lang="en-US" dirty="0" smtClean="0"/>
          </a:p>
          <a:p>
            <a:pPr lvl="1"/>
            <a:r>
              <a:rPr lang="en-US" dirty="0" err="1" smtClean="0"/>
              <a:t>hailo</a:t>
            </a:r>
            <a:r>
              <a:rPr lang="en-US" dirty="0" smtClean="0"/>
              <a:t>-apps: has voice control of hardware and </a:t>
            </a:r>
            <a:r>
              <a:rPr lang="en-US" dirty="0" err="1" smtClean="0"/>
              <a:t>GenAI</a:t>
            </a:r>
            <a:r>
              <a:rPr lang="en-US" dirty="0" smtClean="0"/>
              <a:t> stuff</a:t>
            </a:r>
          </a:p>
          <a:p>
            <a:pPr lvl="1"/>
            <a:endParaRPr lang="en-US" dirty="0" smtClean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8684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Running YOLO </a:t>
            </a:r>
            <a:r>
              <a:rPr lang="en-US" dirty="0" err="1" smtClean="0"/>
              <a:t>darknet</a:t>
            </a:r>
            <a:r>
              <a:rPr lang="en-US" dirty="0" smtClean="0"/>
              <a:t> on the Pi AI HAT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github.com/hailo-ai/darknet</a:t>
            </a:r>
            <a:endParaRPr lang="en-US" dirty="0" smtClean="0"/>
          </a:p>
          <a:p>
            <a:pPr lvl="1"/>
            <a:r>
              <a:rPr lang="en-US" dirty="0" smtClean="0"/>
              <a:t>Although it’s in the </a:t>
            </a:r>
            <a:r>
              <a:rPr lang="en-US" dirty="0" err="1" smtClean="0"/>
              <a:t>Hailo</a:t>
            </a:r>
            <a:r>
              <a:rPr lang="en-US" dirty="0" smtClean="0"/>
              <a:t> general repo this actually does NOT have anything to do with the Raspberry Pi AI HAT </a:t>
            </a:r>
            <a:r>
              <a:rPr lang="en-US" dirty="0" err="1" smtClean="0"/>
              <a:t>hailo</a:t>
            </a:r>
            <a:r>
              <a:rPr lang="en-US" dirty="0" smtClean="0"/>
              <a:t> module!!</a:t>
            </a:r>
          </a:p>
          <a:p>
            <a:pPr lvl="2"/>
            <a:r>
              <a:rPr lang="en-US" dirty="0" smtClean="0"/>
              <a:t>It was just forked from </a:t>
            </a:r>
            <a:r>
              <a:rPr lang="en-US" dirty="0" err="1" smtClean="0"/>
              <a:t>AlexeyAB</a:t>
            </a:r>
            <a:r>
              <a:rPr lang="en-US" dirty="0" smtClean="0"/>
              <a:t>/</a:t>
            </a:r>
            <a:r>
              <a:rPr lang="en-US" dirty="0" err="1" smtClean="0"/>
              <a:t>darknet</a:t>
            </a:r>
            <a:r>
              <a:rPr lang="en-US" dirty="0" smtClean="0"/>
              <a:t> and not really modified</a:t>
            </a:r>
          </a:p>
          <a:p>
            <a:r>
              <a:rPr lang="en-US" dirty="0" smtClean="0"/>
              <a:t>To use YOLO </a:t>
            </a:r>
            <a:r>
              <a:rPr lang="en-US" dirty="0" err="1" smtClean="0"/>
              <a:t>darknet</a:t>
            </a:r>
            <a:r>
              <a:rPr lang="en-US" dirty="0" smtClean="0"/>
              <a:t> would take a lot of work to convert over the model using </a:t>
            </a:r>
            <a:r>
              <a:rPr lang="en-US" dirty="0" err="1" smtClean="0"/>
              <a:t>hailo’s</a:t>
            </a:r>
            <a:r>
              <a:rPr lang="en-US" dirty="0" smtClean="0"/>
              <a:t> tools</a:t>
            </a:r>
          </a:p>
        </p:txBody>
      </p:sp>
    </p:spTree>
    <p:extLst>
      <p:ext uri="{BB962C8B-B14F-4D97-AF65-F5344CB8AC3E}">
        <p14:creationId xmlns:p14="http://schemas.microsoft.com/office/powerpoint/2010/main" val="2415690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Running YOLO darknet on Jetson Orin Nano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**Try this…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444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313</Words>
  <Application>Microsoft Office PowerPoint</Application>
  <PresentationFormat>Widescreen</PresentationFormat>
  <Paragraphs>50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AI Edge Computing</vt:lpstr>
      <vt:lpstr>Options</vt:lpstr>
      <vt:lpstr>Pi AI: running object detection streaming video</vt:lpstr>
      <vt:lpstr>Pi AI: Uses Hailo-8L AI accelerator</vt:lpstr>
      <vt:lpstr>Running YOLO darknet on the Pi AI HAT</vt:lpstr>
      <vt:lpstr>Running YOLO darknet on Jetson Orin Nano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Edge Computing</dc:title>
  <dc:creator>Microsoft account</dc:creator>
  <cp:lastModifiedBy>Microsoft account</cp:lastModifiedBy>
  <cp:revision>54</cp:revision>
  <dcterms:created xsi:type="dcterms:W3CDTF">2026-01-07T00:51:36Z</dcterms:created>
  <dcterms:modified xsi:type="dcterms:W3CDTF">2026-01-07T04:22:21Z</dcterms:modified>
</cp:coreProperties>
</file>