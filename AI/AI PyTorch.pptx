
<file path=[Content_Types].xml><?xml version="1.0" encoding="utf-8"?>
<Types xmlns="http://schemas.openxmlformats.org/package/2006/content-types">
  <Default Extension="png" ContentType="image/png"/>
  <Default Extension="bin" ContentType="application/vnd.openxmlformats-officedocument.oleObject"/>
  <Default Extension="webp" ContentType="image/webp"/>
  <Default Extension="rels" ContentType="application/vnd.openxmlformats-package.relationships+xml"/>
  <Default Extension="xml" ContentType="application/xml"/>
  <Default Extension="vml" ContentType="application/vnd.openxmlformats-officedocument.vmlDrawi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73" r:id="rId3"/>
    <p:sldId id="275" r:id="rId4"/>
    <p:sldId id="276" r:id="rId5"/>
    <p:sldId id="277" r:id="rId6"/>
    <p:sldId id="278" r:id="rId7"/>
    <p:sldId id="279" r:id="rId8"/>
    <p:sldId id="259" r:id="rId9"/>
    <p:sldId id="271" r:id="rId10"/>
    <p:sldId id="261" r:id="rId11"/>
    <p:sldId id="260" r:id="rId12"/>
    <p:sldId id="258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2000" cy="6858000"/>
  <p:notesSz cx="6858000" cy="12192000"/>
  <p:defaultTextStyle>
    <a:lvl1pPr marL="0" marR="0" indent="0" algn="l" defTabSz="457200">
      <a:lnSpc>
        <a:spcPct val="100000"/>
      </a:lnSpc>
      <a:spcBef>
        <a:spcPts val="0"/>
      </a:spcBef>
      <a:spcAft>
        <a:spcPts val="0"/>
      </a:spcAft>
      <a:buNone/>
      <a:tabLst/>
      <a:defRPr sz="1800" b="0" i="0" u="none" strike="noStrike" kern="1" cap="none" spc="0" baseline="0">
        <a:solidFill>
          <a:schemeClr val="tx1"/>
        </a:solidFill>
        <a:effectLst/>
        <a:latin typeface="Calibri" pitchFamily="2" charset="0"/>
        <a:ea typeface="SimSun" charset="0"/>
        <a:cs typeface="Times New Roman" pitchFamily="1" charset="0"/>
      </a:defRPr>
    </a:lvl1pPr>
    <a:lvl2pPr marL="457200" marR="0" indent="0" algn="l" defTabSz="457200">
      <a:lnSpc>
        <a:spcPct val="100000"/>
      </a:lnSpc>
      <a:spcBef>
        <a:spcPts val="0"/>
      </a:spcBef>
      <a:spcAft>
        <a:spcPts val="0"/>
      </a:spcAft>
      <a:buNone/>
      <a:tabLst/>
      <a:defRPr sz="1800" b="0" i="0" u="none" strike="noStrike" kern="1" cap="none" spc="0" baseline="0">
        <a:solidFill>
          <a:schemeClr val="tx1"/>
        </a:solidFill>
        <a:effectLst/>
        <a:latin typeface="Calibri" pitchFamily="2" charset="0"/>
        <a:ea typeface="SimSun" charset="0"/>
        <a:cs typeface="Times New Roman" pitchFamily="1" charset="0"/>
      </a:defRPr>
    </a:lvl2pPr>
    <a:lvl3pPr marL="914400" marR="0" indent="0" algn="l" defTabSz="457200">
      <a:lnSpc>
        <a:spcPct val="100000"/>
      </a:lnSpc>
      <a:spcBef>
        <a:spcPts val="0"/>
      </a:spcBef>
      <a:spcAft>
        <a:spcPts val="0"/>
      </a:spcAft>
      <a:buNone/>
      <a:tabLst/>
      <a:defRPr sz="1800" b="0" i="0" u="none" strike="noStrike" kern="1" cap="none" spc="0" baseline="0">
        <a:solidFill>
          <a:schemeClr val="tx1"/>
        </a:solidFill>
        <a:effectLst/>
        <a:latin typeface="Calibri" pitchFamily="2" charset="0"/>
        <a:ea typeface="SimSun" charset="0"/>
        <a:cs typeface="Times New Roman" pitchFamily="1" charset="0"/>
      </a:defRPr>
    </a:lvl3pPr>
    <a:lvl4pPr marL="1371600" marR="0" indent="0" algn="l" defTabSz="457200">
      <a:lnSpc>
        <a:spcPct val="100000"/>
      </a:lnSpc>
      <a:spcBef>
        <a:spcPts val="0"/>
      </a:spcBef>
      <a:spcAft>
        <a:spcPts val="0"/>
      </a:spcAft>
      <a:buNone/>
      <a:tabLst/>
      <a:defRPr sz="1800" b="0" i="0" u="none" strike="noStrike" kern="1" cap="none" spc="0" baseline="0">
        <a:solidFill>
          <a:schemeClr val="tx1"/>
        </a:solidFill>
        <a:effectLst/>
        <a:latin typeface="Calibri" pitchFamily="2" charset="0"/>
        <a:ea typeface="SimSun" charset="0"/>
        <a:cs typeface="Times New Roman" pitchFamily="1" charset="0"/>
      </a:defRPr>
    </a:lvl4pPr>
    <a:lvl5pPr marL="1828800" marR="0" indent="0" algn="l" defTabSz="457200">
      <a:lnSpc>
        <a:spcPct val="100000"/>
      </a:lnSpc>
      <a:spcBef>
        <a:spcPts val="0"/>
      </a:spcBef>
      <a:spcAft>
        <a:spcPts val="0"/>
      </a:spcAft>
      <a:buNone/>
      <a:tabLst/>
      <a:defRPr sz="1800" b="0" i="0" u="none" strike="noStrike" kern="1" cap="none" spc="0" baseline="0">
        <a:solidFill>
          <a:schemeClr val="tx1"/>
        </a:solidFill>
        <a:effectLst/>
        <a:latin typeface="Calibri" pitchFamily="2" charset="0"/>
        <a:ea typeface="SimSun" charset="0"/>
        <a:cs typeface="Times New Roman" pitchFamily="1" charset="0"/>
      </a:defRPr>
    </a:lvl5pPr>
    <a:lvl6pPr marL="2286000" marR="0" indent="0" algn="l" defTabSz="457200">
      <a:lnSpc>
        <a:spcPct val="100000"/>
      </a:lnSpc>
      <a:spcBef>
        <a:spcPts val="0"/>
      </a:spcBef>
      <a:spcAft>
        <a:spcPts val="0"/>
      </a:spcAft>
      <a:buNone/>
      <a:tabLst/>
      <a:defRPr sz="1800" b="0" i="0" u="none" strike="noStrike" kern="1" cap="none" spc="0" baseline="0">
        <a:solidFill>
          <a:schemeClr val="tx1"/>
        </a:solidFill>
        <a:effectLst/>
        <a:latin typeface="Calibri" pitchFamily="2" charset="0"/>
        <a:ea typeface="SimSun" charset="0"/>
        <a:cs typeface="Times New Roman" pitchFamily="1" charset="0"/>
      </a:defRPr>
    </a:lvl6pPr>
    <a:lvl7pPr marL="2743200" marR="0" indent="0" algn="l" defTabSz="457200">
      <a:lnSpc>
        <a:spcPct val="100000"/>
      </a:lnSpc>
      <a:spcBef>
        <a:spcPts val="0"/>
      </a:spcBef>
      <a:spcAft>
        <a:spcPts val="0"/>
      </a:spcAft>
      <a:buNone/>
      <a:tabLst/>
      <a:defRPr sz="1800" b="0" i="0" u="none" strike="noStrike" kern="1" cap="none" spc="0" baseline="0">
        <a:solidFill>
          <a:schemeClr val="tx1"/>
        </a:solidFill>
        <a:effectLst/>
        <a:latin typeface="Calibri" pitchFamily="2" charset="0"/>
        <a:ea typeface="SimSun" charset="0"/>
        <a:cs typeface="Times New Roman" pitchFamily="1" charset="0"/>
      </a:defRPr>
    </a:lvl7pPr>
    <a:lvl8pPr marL="3200400" marR="0" indent="0" algn="l" defTabSz="457200">
      <a:lnSpc>
        <a:spcPct val="100000"/>
      </a:lnSpc>
      <a:spcBef>
        <a:spcPts val="0"/>
      </a:spcBef>
      <a:spcAft>
        <a:spcPts val="0"/>
      </a:spcAft>
      <a:buNone/>
      <a:tabLst/>
      <a:defRPr sz="1800" b="0" i="0" u="none" strike="noStrike" kern="1" cap="none" spc="0" baseline="0">
        <a:solidFill>
          <a:schemeClr val="tx1"/>
        </a:solidFill>
        <a:effectLst/>
        <a:latin typeface="Calibri" pitchFamily="2" charset="0"/>
        <a:ea typeface="SimSun" charset="0"/>
        <a:cs typeface="Times New Roman" pitchFamily="1" charset="0"/>
      </a:defRPr>
    </a:lvl8pPr>
    <a:lvl9pPr marL="3657600" marR="0" indent="0" algn="l" defTabSz="457200">
      <a:lnSpc>
        <a:spcPct val="100000"/>
      </a:lnSpc>
      <a:spcBef>
        <a:spcPts val="0"/>
      </a:spcBef>
      <a:spcAft>
        <a:spcPts val="0"/>
      </a:spcAft>
      <a:buNone/>
      <a:tabLst/>
      <a:defRPr sz="1800" b="0" i="0" u="none" strike="noStrike" kern="1" cap="none" spc="0" baseline="0">
        <a:solidFill>
          <a:schemeClr val="tx1"/>
        </a:solidFill>
        <a:effectLst/>
        <a:latin typeface="Calibri" pitchFamily="2" charset="0"/>
        <a:ea typeface="SimSun" charset="0"/>
        <a:cs typeface="Times New Roman" pitchFamily="1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rgbClr val="0000FF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  <p:ext uri="smNativeData">
      <pr:smAppRevision xmlns="smNativeData" xmlns:pr="smNativeData" xmlns:p15="http://schemas.microsoft.com/office/powerpoint/2012/main" xmlns:p14="http://schemas.microsoft.com/office/powerpoint/2010/main" xmlns:mc="http://schemas.openxmlformats.org/markup-compatibility/2006" dt="1766462014" val="1228" revOS="4"/>
      <pr:smFileRevision xmlns="smNativeData" xmlns:pr="smNativeData" xmlns:p15="http://schemas.microsoft.com/office/powerpoint/2012/main" xmlns:p14="http://schemas.microsoft.com/office/powerpoint/2010/main" xmlns:mc="http://schemas.openxmlformats.org/markup-compatibility/2006" dt="1766462014" val="101"/>
      <pr:guideOptions xmlns="smNativeData" xmlns:pr="smNativeData" xmlns:p15="http://schemas.microsoft.com/office/powerpoint/2012/main" xmlns:p14="http://schemas.microsoft.com/office/powerpoint/2010/main" xmlns:mc="http://schemas.openxmlformats.org/markup-compatibility/2006" dt="1766462014" snapToGrid="1" snapToBorders="1" snapToGuides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Objects="1" showGuides="1">
      <p:cViewPr varScale="1">
        <p:scale>
          <a:sx n="159" d="100"/>
          <a:sy n="159" d="100"/>
        </p:scale>
        <p:origin x="340" y="104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5" d="100"/>
        <a:sy n="15" d="100"/>
      </p:scale>
      <p:origin x="0" y="0"/>
    </p:cViewPr>
  </p:sorterViewPr>
  <p:notesViewPr>
    <p:cSldViewPr snapToObjects="1" showGuides="1">
      <p:cViewPr>
        <p:scale>
          <a:sx n="70" d="100"/>
          <a:sy n="70" d="100"/>
        </p:scale>
        <p:origin x="384" y="555"/>
      </p:cViewPr>
      <p:guideLst/>
    </p:cSldViewPr>
  </p:notesViewPr>
  <p:gridSpacing cx="71755" cy="71755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/Relationships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png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BxYQAw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AUAABoNAABgRQAAJhYAABAAAAAmAAAACAAAAAEAAAAAAAAA"/>
              </a:ext>
            </a:extLst>
          </p:cNvSpPr>
          <p:nvPr>
            <p:ph type="ctrTitle"/>
          </p:nvPr>
        </p:nvSpPr>
        <p:spPr>
          <a:xfrm>
            <a:off x="914400" y="2129790"/>
            <a:ext cx="10363200" cy="1470660"/>
          </a:xfrm>
        </p:spPr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SlideSubtitle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PhJKaRMAAAAlAAAAZAAAAA0A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QAsAAOgXAADAPwAAsCIAABAAAAAmAAAACAAAAAGAAAAAAAAA"/>
              </a:ext>
            </a:extLst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</a:lstStyle>
          <a:p>
            <a:r>
              <a:t>Click to edit Master subtitle style</a:t>
            </a:r>
          </a:p>
        </p:txBody>
      </p:sp>
      <p:sp>
        <p:nvSpPr>
          <p:cNvPr id="4" name="DateTimeArea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CyUxw4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BsnAAA/FQAAWSkAABAAAAAmAAAACAAAAAAAAAAAAAAA"/>
              </a:ext>
            </a:extLst>
          </p:cNvSpPr>
          <p:nvPr>
            <p:ph type="dt" sz="quarter" idx="10"/>
          </p:nvPr>
        </p:nvSpPr>
        <p:spPr/>
        <p:txBody>
          <a:bodyPr/>
          <a:lstStyle/>
          <a:p>
            <a:fld id="{0CA782B9-F7E1-F274-AF1F-0121CC515954}" type="datetime1">
              <a:t>1/12/2026</a:t>
            </a:fld>
            <a:endParaRPr/>
          </a:p>
        </p:txBody>
      </p:sp>
      <p:sp>
        <p:nvSpPr>
          <p:cNvPr id="5" name="FooterArea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GxpY2k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RkAABsnAABfMQAAWSkAABAAAAAmAAAACAAAAAAAAAAAAAAA"/>
              </a:ext>
            </a:extLst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NumberArea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TUAABsnAABARwAAWSkAABAAAAAmAAAACAAAAAAAAAAAAAAA"/>
              </a:ext>
            </a:extLst>
          </p:cNvSpPr>
          <p:nvPr>
            <p:ph type="sldNum" sz="quarter" idx="12"/>
          </p:nvPr>
        </p:nvSpPr>
        <p:spPr/>
        <p:txBody>
          <a:bodyPr/>
          <a:lstStyle/>
          <a:p>
            <a:fld id="{0CA7D215-5BE1-F224-AF1F-AD719C5159F8}" type="slidenum">
              <a:t>‹#›</a:t>
            </a:fld>
            <a:endParaRPr/>
          </a:p>
        </p:txBody>
      </p:sp>
    </p:spTree>
  </p:cSld>
  <p:clrMapOvr>
    <a:masterClrMapping/>
  </p:clrMapOvr>
  <p:hf hdr="0" ftr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Q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LABAABARwAAuAg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SlideText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PhJKaRMAAAAlAAAAZAAAAA0A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MDcrwI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NgJAABARwAAsCUAABAAAAAmAAAACAAAAAAAAAAAAAAA"/>
              </a:ext>
            </a:extLst>
          </p:cNvSpPr>
          <p:nvPr>
            <p:ph idx="1"/>
          </p:nvPr>
        </p:nvSpPr>
        <p:spPr/>
        <p:txBody>
          <a:bodyPr/>
          <a:lstStyle/>
          <a:p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4" name="DateTimeArea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BsnAAA/FQAAWSkAABAAAAAmAAAACAAAAAAAAAAAAAAA"/>
              </a:ext>
            </a:extLst>
          </p:cNvSpPr>
          <p:nvPr>
            <p:ph type="dt" sz="quarter" idx="10"/>
          </p:nvPr>
        </p:nvSpPr>
        <p:spPr/>
        <p:txBody>
          <a:bodyPr/>
          <a:lstStyle/>
          <a:p>
            <a:fld id="{0CA7AC8E-C0E1-F25A-AF1F-360FE2515963}" type="datetime1">
              <a:t>1/12/2026</a:t>
            </a:fld>
            <a:endParaRPr/>
          </a:p>
        </p:txBody>
      </p:sp>
      <p:sp>
        <p:nvSpPr>
          <p:cNvPr id="5" name="FooterArea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RkAABsnAABfMQAAWSkAABAAAAAmAAAACAAAAAAAAAAAAAAA"/>
              </a:ext>
            </a:extLst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NumberArea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TUAABsnAABARwAAWSkAABAAAAAmAAAACAAAAAAAAAAAAAAA"/>
              </a:ext>
            </a:extLst>
          </p:cNvSpPr>
          <p:nvPr>
            <p:ph type="sldNum" sz="quarter" idx="12"/>
          </p:nvPr>
        </p:nvSpPr>
        <p:spPr/>
        <p:txBody>
          <a:bodyPr/>
          <a:lstStyle/>
          <a:p>
            <a:fld id="{0CA7DD58-16E1-F22B-AF1F-E07E935159B5}" type="slidenum">
              <a:t>‹#›</a:t>
            </a:fld>
            <a:endParaRPr/>
          </a:p>
        </p:txBody>
      </p:sp>
    </p:spTree>
  </p:cSld>
  <p:clrMapOvr>
    <a:masterClrMapping/>
  </p:clrMapOvr>
  <p:hf hdr="0" ftr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PhJKaRMAAAAlAAAAZAAAAA0A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7QUAABwbAACtRQAAfSMAABAAAAAmAAAACAAAAIGQAAAAAAAA"/>
              </a:ext>
            </a:extLst>
          </p:cNvSpPr>
          <p:nvPr>
            <p:ph type="title"/>
          </p:nvPr>
        </p:nvSpPr>
        <p:spPr>
          <a:xfrm>
            <a:off x="963295" y="4406900"/>
            <a:ext cx="10363200" cy="1362075"/>
          </a:xfrm>
        </p:spPr>
        <p:txBody>
          <a:bodyPr vert="horz" wrap="square" lIns="91440" tIns="45720" rIns="91440" bIns="45720" numCol="1" spcCol="215900" anchor="t">
            <a:prstTxWarp prst="textNoShape">
              <a:avLst/>
            </a:prstTxWarp>
          </a:bodyPr>
          <a:lstStyle>
            <a:lvl1pPr algn="l">
              <a:defRPr sz="4000" b="1" cap="all"/>
            </a:lvl1pPr>
          </a:lstStyle>
          <a:p>
            <a:r>
              <a:t>Click to edit Master title style</a:t>
            </a:r>
          </a:p>
        </p:txBody>
      </p:sp>
      <p:sp>
        <p:nvSpPr>
          <p:cNvPr id="3" name="SlideText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PhJKaRMAAAAlAAAAZAAAAA0AAAAAkAAAAEgAAACQAAAASAAAAAAAAAAC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Jaoyw4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7QUAAOERAACtRQAAHBsAABAAAAAmAAAACAAAAIGQAAAAAAAA"/>
              </a:ext>
            </a:extLst>
          </p:cNvSpPr>
          <p:nvPr>
            <p:ph idx="1"/>
          </p:nvPr>
        </p:nvSpPr>
        <p:spPr>
          <a:xfrm>
            <a:off x="963295" y="2906395"/>
            <a:ext cx="10363200" cy="1500505"/>
          </a:xfrm>
        </p:spPr>
        <p:txBody>
          <a:bodyPr vert="horz" wrap="square" lIns="91440" tIns="45720" rIns="91440" bIns="45720" numCol="1" spcCol="215900" anchor="b">
            <a:prstTxWarp prst="textNoShape">
              <a:avLst/>
            </a:prstTxWarp>
          </a:bodyPr>
          <a:lstStyle>
            <a:lvl1pPr marL="0" indent="0">
              <a:buNone/>
              <a:defRPr sz="2000" cap="none"/>
            </a:lvl1pPr>
            <a:lvl2pPr marL="457200" indent="0">
              <a:buNone/>
              <a:defRPr sz="1800" cap="none"/>
            </a:lvl2pPr>
            <a:lvl3pPr marL="914400" indent="0">
              <a:buNone/>
              <a:defRPr sz="1600" cap="none"/>
            </a:lvl3pPr>
            <a:lvl4pPr marL="1371600" indent="0">
              <a:buNone/>
              <a:defRPr sz="1400" cap="none"/>
            </a:lvl4pPr>
            <a:lvl5pPr marL="1828800" indent="0">
              <a:buNone/>
              <a:defRPr sz="1400" cap="none"/>
            </a:lvl5pPr>
            <a:lvl6pPr marL="2286000" indent="0">
              <a:buNone/>
              <a:defRPr sz="1400" cap="none"/>
            </a:lvl6pPr>
            <a:lvl7pPr marL="2743200" indent="0">
              <a:buNone/>
              <a:defRPr sz="1400" cap="none"/>
            </a:lvl7pPr>
            <a:lvl8pPr marL="3200400" indent="0">
              <a:buNone/>
              <a:defRPr sz="1400" cap="none"/>
            </a:lvl8pPr>
            <a:lvl9pPr marL="3657600" indent="0">
              <a:buNone/>
              <a:defRPr sz="1400" cap="none"/>
            </a:lvl9pPr>
          </a:lstStyle>
          <a:p>
            <a:r>
              <a:t>Click to edit Master text styles</a:t>
            </a:r>
          </a:p>
        </p:txBody>
      </p:sp>
      <p:sp>
        <p:nvSpPr>
          <p:cNvPr id="4" name="DateTimeArea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CE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BsnAAA/FQAAWSkAABAAAAAmAAAACAAAAAAAAAAAAAAA"/>
              </a:ext>
            </a:extLst>
          </p:cNvSpPr>
          <p:nvPr>
            <p:ph type="dt" sz="quarter" idx="10"/>
          </p:nvPr>
        </p:nvSpPr>
        <p:spPr/>
        <p:txBody>
          <a:bodyPr/>
          <a:lstStyle/>
          <a:p>
            <a:fld id="{0CA7866B-25E1-F270-AF1F-D325C8515986}" type="datetime1">
              <a:t>1/12/2026</a:t>
            </a:fld>
            <a:endParaRPr/>
          </a:p>
        </p:txBody>
      </p:sp>
      <p:sp>
        <p:nvSpPr>
          <p:cNvPr id="5" name="FooterArea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RkAABsnAABfMQAAWSkAABAAAAAmAAAACAAAAAAAAAAAAAAA"/>
              </a:ext>
            </a:extLst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NumberArea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EAoWAw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TUAABsnAABARwAAWSkAABAAAAAmAAAACAAAAAAAAAAAAAAA"/>
              </a:ext>
            </a:extLst>
          </p:cNvSpPr>
          <p:nvPr>
            <p:ph type="sldNum" sz="quarter" idx="12"/>
          </p:nvPr>
        </p:nvSpPr>
        <p:spPr/>
        <p:txBody>
          <a:bodyPr/>
          <a:lstStyle/>
          <a:p>
            <a:fld id="{0CA7D6E4-AAE1-F220-AF1F-5C7598515909}" type="slidenum">
              <a:t>‹#›</a:t>
            </a:fld>
            <a:endParaRPr/>
          </a:p>
        </p:txBody>
      </p:sp>
    </p:spTree>
  </p:cSld>
  <p:clrMapOvr>
    <a:masterClrMapping/>
  </p:clrMapOvr>
  <p:hf hdr="0" ftr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ColTx">
  <p:cSld name="Title and two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LABAABARwAAuAg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SlideText2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PhJKaRMAAAAlAAAAZAAAAA0A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JgG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NgJAADhJAAAsCUAABAAAAAmAAAACAAAAAGAAAAAAAAA"/>
              </a:ext>
            </a:extLst>
          </p:cNvSpPr>
          <p:nvPr>
            <p:ph idx="1"/>
          </p:nvPr>
        </p:nvSpPr>
        <p:spPr>
          <a:xfrm>
            <a:off x="609600" y="1600200"/>
            <a:ext cx="5385435" cy="4526280"/>
          </a:xfrm>
        </p:spPr>
        <p:txBody>
          <a:bodyPr/>
          <a:lstStyle>
            <a:lvl1pPr>
              <a:defRPr sz="2800" cap="none"/>
            </a:lvl1pPr>
            <a:lvl2pPr>
              <a:defRPr sz="2400" cap="none"/>
            </a:lvl2pPr>
            <a:lvl3pPr>
              <a:defRPr sz="2000" cap="none"/>
            </a:lvl3pPr>
            <a:lvl4pPr>
              <a:defRPr sz="1800" cap="none"/>
            </a:lvl4pPr>
            <a:lvl5pPr>
              <a:defRPr sz="1800" cap="none"/>
            </a:lvl5pPr>
            <a:lvl6pPr>
              <a:defRPr sz="1800" cap="none"/>
            </a:lvl6pPr>
            <a:lvl7pPr>
              <a:defRPr sz="1800" cap="none"/>
            </a:lvl7pPr>
            <a:lvl8pPr>
              <a:defRPr sz="1800" cap="none"/>
            </a:lvl8pPr>
            <a:lvl9pPr>
              <a:defRPr sz="1800" cap="none"/>
            </a:lvl9pPr>
          </a:lstStyle>
          <a:p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4" name="SlideText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PhJKaRMAAAAlAAAAZAAAAA0A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FhUxw4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HyYAANgJAABARwAAsCUAABAAAAAmAAAACAAAAAGAAAAAAAAA"/>
              </a:ext>
            </a:extLst>
          </p:cNvSpPr>
          <p:nvPr>
            <p:ph idx="2"/>
          </p:nvPr>
        </p:nvSpPr>
        <p:spPr>
          <a:xfrm>
            <a:off x="6196965" y="1600200"/>
            <a:ext cx="5385435" cy="4526280"/>
          </a:xfrm>
        </p:spPr>
        <p:txBody>
          <a:bodyPr/>
          <a:lstStyle>
            <a:lvl1pPr>
              <a:defRPr sz="2800" cap="none"/>
            </a:lvl1pPr>
            <a:lvl2pPr>
              <a:defRPr sz="2400" cap="none"/>
            </a:lvl2pPr>
            <a:lvl3pPr>
              <a:defRPr sz="2000" cap="none"/>
            </a:lvl3pPr>
            <a:lvl4pPr>
              <a:defRPr sz="1800" cap="none"/>
            </a:lvl4pPr>
            <a:lvl5pPr>
              <a:defRPr sz="1800" cap="none"/>
            </a:lvl5pPr>
            <a:lvl6pPr>
              <a:defRPr sz="1800" cap="none"/>
            </a:lvl6pPr>
            <a:lvl7pPr>
              <a:defRPr sz="1800" cap="none"/>
            </a:lvl7pPr>
            <a:lvl8pPr>
              <a:defRPr sz="1800" cap="none"/>
            </a:lvl8pPr>
            <a:lvl9pPr>
              <a:defRPr sz="1800" cap="none"/>
            </a:lvl9pPr>
          </a:lstStyle>
          <a:p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5" name="DateTimeArea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BsnAAA/FQAAWSkAABAAAAAmAAAACAAAAAAAAAAAAAAA"/>
              </a:ext>
            </a:extLst>
          </p:cNvSpPr>
          <p:nvPr>
            <p:ph type="dt" sz="quarter" idx="10"/>
          </p:nvPr>
        </p:nvSpPr>
        <p:spPr/>
        <p:txBody>
          <a:bodyPr/>
          <a:lstStyle/>
          <a:p>
            <a:fld id="{0CA7C2C1-8FE1-F234-AF1F-79618C51592C}" type="datetime1">
              <a:t>1/12/2026</a:t>
            </a:fld>
            <a:endParaRPr/>
          </a:p>
        </p:txBody>
      </p:sp>
      <p:sp>
        <p:nvSpPr>
          <p:cNvPr id="6" name="FooterArea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RkAABsnAABfMQAAWSkAABAAAAAmAAAACAAAAAAAAAAAAAAA"/>
              </a:ext>
            </a:extLst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NumberArea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Orv9v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TUAABsnAABARwAAWSkAABAAAAAmAAAACAAAAAAAAAAAAAAA"/>
              </a:ext>
            </a:extLst>
          </p:cNvSpPr>
          <p:nvPr>
            <p:ph type="sldNum" sz="quarter" idx="12"/>
          </p:nvPr>
        </p:nvSpPr>
        <p:spPr/>
        <p:txBody>
          <a:bodyPr/>
          <a:lstStyle/>
          <a:p>
            <a:fld id="{0CA7C6FE-B0E1-F230-AF1F-466588515913}" type="slidenum">
              <a:t>‹#›</a:t>
            </a:fld>
            <a:endParaRPr/>
          </a:p>
        </p:txBody>
      </p:sp>
    </p:spTree>
  </p:cSld>
  <p:clrMapOvr>
    <a:masterClrMapping/>
  </p:clrMapOvr>
  <p:hf hdr="0" ftr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PL1+v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LABAABARwAAuAg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SlideText3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PhJKaRMAAAAlAAAAZAAAAA0AAAAAkAAAAEgAAACQAAAASAAAAAAAAAAC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HEJAADjJAAAYQ0AABAAAAAmAAAACAAAAIGQAAAAAAAA"/>
              </a:ext>
            </a:extLst>
          </p:cNvSpPr>
          <p:nvPr>
            <p:ph idx="1"/>
          </p:nvPr>
        </p:nvSpPr>
        <p:spPr>
          <a:xfrm>
            <a:off x="609600" y="1534795"/>
            <a:ext cx="5386705" cy="640080"/>
          </a:xfrm>
        </p:spPr>
        <p:txBody>
          <a:bodyPr vert="horz" wrap="square" lIns="91440" tIns="45720" rIns="91440" bIns="45720" numCol="1" spcCol="215900" anchor="b">
            <a:prstTxWarp prst="textNoShape">
              <a:avLst/>
            </a:prstTxWarp>
          </a:bodyPr>
          <a:lstStyle>
            <a:lvl1pPr marL="0" indent="0">
              <a:buNone/>
              <a:defRPr sz="2400" b="1" cap="none"/>
            </a:lvl1pPr>
            <a:lvl2pPr marL="457200" indent="0">
              <a:buNone/>
              <a:defRPr sz="2000" b="1" cap="none"/>
            </a:lvl2pPr>
            <a:lvl3pPr marL="914400" indent="0">
              <a:buNone/>
              <a:defRPr sz="1800" b="1" cap="none"/>
            </a:lvl3pPr>
            <a:lvl4pPr marL="1371600" indent="0">
              <a:buNone/>
              <a:defRPr sz="1600" b="1" cap="none"/>
            </a:lvl4pPr>
            <a:lvl5pPr marL="1828800" indent="0">
              <a:buNone/>
              <a:defRPr sz="1600" b="1" cap="none"/>
            </a:lvl5pPr>
            <a:lvl6pPr marL="2286000" indent="0">
              <a:buNone/>
              <a:defRPr sz="1600" b="1" cap="none"/>
            </a:lvl6pPr>
            <a:lvl7pPr marL="2743200" indent="0">
              <a:buNone/>
              <a:defRPr sz="1600" b="1" cap="none"/>
            </a:lvl7pPr>
            <a:lvl8pPr marL="3200400" indent="0">
              <a:buNone/>
              <a:defRPr sz="1600" b="1" cap="none"/>
            </a:lvl8pPr>
            <a:lvl9pPr marL="3657600" indent="0">
              <a:buNone/>
              <a:defRPr sz="1600" b="1" cap="none"/>
            </a:lvl9pPr>
          </a:lstStyle>
          <a:p>
            <a:r>
              <a:t>Click to edit Master text styles</a:t>
            </a:r>
          </a:p>
        </p:txBody>
      </p:sp>
      <p:sp>
        <p:nvSpPr>
          <p:cNvPr id="4" name="SlideText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PhJKaRMAAAAlAAAAZAAAAA0A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GENAADjJAAAsCUAABAAAAAmAAAACAAAAAGAAAAAAAAA"/>
              </a:ext>
            </a:extLst>
          </p:cNvSpPr>
          <p:nvPr>
            <p:ph idx="2"/>
          </p:nvPr>
        </p:nvSpPr>
        <p:spPr>
          <a:xfrm>
            <a:off x="609600" y="2174875"/>
            <a:ext cx="5386705" cy="3951605"/>
          </a:xfrm>
        </p:spPr>
        <p:txBody>
          <a:bodyPr/>
          <a:lstStyle>
            <a:lvl1pPr>
              <a:defRPr sz="2400" cap="none"/>
            </a:lvl1pPr>
            <a:lvl2pPr>
              <a:defRPr sz="2000" cap="none"/>
            </a:lvl2pPr>
            <a:lvl3pPr>
              <a:defRPr sz="1800" cap="none"/>
            </a:lvl3pPr>
            <a:lvl4pPr>
              <a:defRPr sz="1600" cap="none"/>
            </a:lvl4pPr>
            <a:lvl5pPr>
              <a:defRPr sz="1600" cap="none"/>
            </a:lvl5pPr>
            <a:lvl6pPr>
              <a:defRPr sz="1600" cap="none"/>
            </a:lvl6pPr>
            <a:lvl7pPr>
              <a:defRPr sz="1600" cap="none"/>
            </a:lvl7pPr>
            <a:lvl8pPr>
              <a:defRPr sz="1600" cap="none"/>
            </a:lvl8pPr>
            <a:lvl9pPr>
              <a:defRPr sz="1600" cap="none"/>
            </a:lvl9pPr>
          </a:lstStyle>
          <a:p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5" name="SlideText2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PhJKaRMAAAAlAAAAZAAAAA0AAAAAkAAAAEgAAACQAAAASAAAAAAAAAAC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PL1+v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HSYAAHEJAABARwAAYQ0AABAAAAAmAAAACAAAAIGQAAAAAAAA"/>
              </a:ext>
            </a:extLst>
          </p:cNvSpPr>
          <p:nvPr>
            <p:ph idx="3"/>
          </p:nvPr>
        </p:nvSpPr>
        <p:spPr>
          <a:xfrm>
            <a:off x="6195695" y="1534795"/>
            <a:ext cx="5386705" cy="640080"/>
          </a:xfrm>
        </p:spPr>
        <p:txBody>
          <a:bodyPr vert="horz" wrap="square" lIns="91440" tIns="45720" rIns="91440" bIns="45720" numCol="1" spcCol="215900" anchor="b">
            <a:prstTxWarp prst="textNoShape">
              <a:avLst/>
            </a:prstTxWarp>
          </a:bodyPr>
          <a:lstStyle>
            <a:lvl1pPr marL="0" indent="0">
              <a:buNone/>
              <a:defRPr sz="2400" b="1" cap="none"/>
            </a:lvl1pPr>
            <a:lvl2pPr marL="457200" indent="0">
              <a:buNone/>
              <a:defRPr sz="2000" b="1" cap="none"/>
            </a:lvl2pPr>
            <a:lvl3pPr marL="914400" indent="0">
              <a:buNone/>
              <a:defRPr sz="1800" b="1" cap="none"/>
            </a:lvl3pPr>
            <a:lvl4pPr marL="1371600" indent="0">
              <a:buNone/>
              <a:defRPr sz="1600" b="1" cap="none"/>
            </a:lvl4pPr>
            <a:lvl5pPr marL="1828800" indent="0">
              <a:buNone/>
              <a:defRPr sz="1600" b="1" cap="none"/>
            </a:lvl5pPr>
            <a:lvl6pPr marL="2286000" indent="0">
              <a:buNone/>
              <a:defRPr sz="1600" b="1" cap="none"/>
            </a:lvl6pPr>
            <a:lvl7pPr marL="2743200" indent="0">
              <a:buNone/>
              <a:defRPr sz="1600" b="1" cap="none"/>
            </a:lvl7pPr>
            <a:lvl8pPr marL="3200400" indent="0">
              <a:buNone/>
              <a:defRPr sz="1600" b="1" cap="none"/>
            </a:lvl8pPr>
            <a:lvl9pPr marL="3657600" indent="0">
              <a:buNone/>
              <a:defRPr sz="1600" b="1" cap="none"/>
            </a:lvl9pPr>
          </a:lstStyle>
          <a:p>
            <a:r>
              <a:t>Click to edit Master text styles</a:t>
            </a:r>
          </a:p>
        </p:txBody>
      </p:sp>
      <p:sp>
        <p:nvSpPr>
          <p:cNvPr id="6" name="SlideText4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PhJKaRMAAAAlAAAAZAAAAA0A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J/J8f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HSYAAGENAABARwAAsCUAABAAAAAmAAAACAAAAAGAAAAAAAAA"/>
              </a:ext>
            </a:extLst>
          </p:cNvSpPr>
          <p:nvPr>
            <p:ph idx="4"/>
          </p:nvPr>
        </p:nvSpPr>
        <p:spPr>
          <a:xfrm>
            <a:off x="6195695" y="2174875"/>
            <a:ext cx="5386705" cy="3951605"/>
          </a:xfrm>
        </p:spPr>
        <p:txBody>
          <a:bodyPr/>
          <a:lstStyle>
            <a:lvl1pPr>
              <a:defRPr sz="2400" cap="none"/>
            </a:lvl1pPr>
            <a:lvl2pPr>
              <a:defRPr sz="2000" cap="none"/>
            </a:lvl2pPr>
            <a:lvl3pPr>
              <a:defRPr sz="1800" cap="none"/>
            </a:lvl3pPr>
            <a:lvl4pPr>
              <a:defRPr sz="1600" cap="none"/>
            </a:lvl4pPr>
            <a:lvl5pPr>
              <a:defRPr sz="1600" cap="none"/>
            </a:lvl5pPr>
            <a:lvl6pPr>
              <a:defRPr sz="1600" cap="none"/>
            </a:lvl6pPr>
            <a:lvl7pPr>
              <a:defRPr sz="1600" cap="none"/>
            </a:lvl7pPr>
            <a:lvl8pPr>
              <a:defRPr sz="1600" cap="none"/>
            </a:lvl8pPr>
            <a:lvl9pPr>
              <a:defRPr sz="1600" cap="none"/>
            </a:lvl9pPr>
          </a:lstStyle>
          <a:p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7" name="DateTimeArea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Orv9v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BsnAAA/FQAAWSkAABAAAAAmAAAACAAAAAAAAAAAAAAA"/>
              </a:ext>
            </a:extLst>
          </p:cNvSpPr>
          <p:nvPr>
            <p:ph type="dt" sz="quarter" idx="10"/>
          </p:nvPr>
        </p:nvSpPr>
        <p:spPr/>
        <p:txBody>
          <a:bodyPr/>
          <a:lstStyle/>
          <a:p>
            <a:fld id="{0CA79EF9-B7E1-F268-AF1F-413DD0515914}" type="datetime1">
              <a:t>1/12/2026</a:t>
            </a:fld>
            <a:endParaRPr/>
          </a:p>
        </p:txBody>
      </p:sp>
      <p:sp>
        <p:nvSpPr>
          <p:cNvPr id="8" name="FooterArea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RkAABsnAABfMQAAWSkAABAAAAAmAAAACAAAAAAAAAAAAAAA"/>
              </a:ext>
            </a:extLst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9" name="SlideNumberArea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DurgI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TUAABsnAABARwAAWSkAABAAAAAmAAAACAAAAAAAAAAAAAAA"/>
              </a:ext>
            </a:extLst>
          </p:cNvSpPr>
          <p:nvPr>
            <p:ph type="sldNum" sz="quarter" idx="12"/>
          </p:nvPr>
        </p:nvSpPr>
        <p:spPr/>
        <p:txBody>
          <a:bodyPr/>
          <a:lstStyle/>
          <a:p>
            <a:fld id="{0CA7F886-C8E1-F20E-AF1F-3E5BB651596B}" type="slidenum">
              <a:t>‹#›</a:t>
            </a:fld>
            <a:endParaRPr/>
          </a:p>
        </p:txBody>
      </p:sp>
    </p:spTree>
  </p:cSld>
  <p:clrMapOvr>
    <a:masterClrMapping/>
  </p:clrMapOvr>
  <p:hf hdr="0" ftr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PL1+v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LABAABARwAAuAg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DateTimeArea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JLC8BQ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BsnAAA/FQAAWSkAABAAAAAmAAAACAAAAAAAAAAAAAAA"/>
              </a:ext>
            </a:extLst>
          </p:cNvSpPr>
          <p:nvPr>
            <p:ph type="dt" sz="quarter" idx="10"/>
          </p:nvPr>
        </p:nvSpPr>
        <p:spPr/>
        <p:txBody>
          <a:bodyPr/>
          <a:lstStyle/>
          <a:p>
            <a:fld id="{0CA7D96E-20E1-F22F-AF1F-D67A97515983}" type="datetime1">
              <a:t>1/12/2026</a:t>
            </a:fld>
            <a:endParaRPr/>
          </a:p>
        </p:txBody>
      </p:sp>
      <p:sp>
        <p:nvSpPr>
          <p:cNvPr id="4" name="FooterArea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J/J8f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RkAABsnAABfMQAAWSkAABAAAAAmAAAACAAAAAAAAAAAAAAA"/>
              </a:ext>
            </a:extLst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SlideNumberArea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TUAABsnAABARwAAWSkAABAAAAAmAAAACAAAAAAAAAAAAAAA"/>
              </a:ext>
            </a:extLst>
          </p:cNvSpPr>
          <p:nvPr>
            <p:ph type="sldNum" sz="quarter" idx="12"/>
          </p:nvPr>
        </p:nvSpPr>
        <p:spPr/>
        <p:txBody>
          <a:bodyPr/>
          <a:lstStyle/>
          <a:p>
            <a:fld id="{0CA7F36F-21E1-F205-AF1F-D750BD515982}" type="slidenum">
              <a:t>‹#›</a:t>
            </a:fld>
            <a:endParaRPr/>
          </a:p>
        </p:txBody>
      </p:sp>
    </p:spTree>
  </p:cSld>
  <p:clrMapOvr>
    <a:masterClrMapping/>
  </p:clrMapOvr>
  <p:hf hdr="0" ftr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TimeArea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PL1+v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BsnAAA/FQAAWSkAABAAAAAmAAAACAAAAAAAAAAAAAAA"/>
              </a:ext>
            </a:extLst>
          </p:cNvSpPr>
          <p:nvPr>
            <p:ph type="dt" sz="quarter" idx="10"/>
          </p:nvPr>
        </p:nvSpPr>
        <p:spPr/>
        <p:txBody>
          <a:bodyPr/>
          <a:lstStyle/>
          <a:p>
            <a:fld id="{0CA7B71A-54E1-F241-AF1F-A214F95159F7}" type="datetime1">
              <a:t>1/12/2026</a:t>
            </a:fld>
            <a:endParaRPr/>
          </a:p>
        </p:txBody>
      </p:sp>
      <p:sp>
        <p:nvSpPr>
          <p:cNvPr id="3" name="FooterArea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RkAABsnAABfMQAAWSkAABAAAAAmAAAACAAAAAAAAAAAAAAA"/>
              </a:ext>
            </a:extLst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NumberArea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TUAABsnAABARwAAWSkAABAAAAAmAAAACAAAAAAAAAAAAAAA"/>
              </a:ext>
            </a:extLst>
          </p:cNvSpPr>
          <p:nvPr>
            <p:ph type="sldNum" sz="quarter" idx="12"/>
          </p:nvPr>
        </p:nvSpPr>
        <p:spPr/>
        <p:txBody>
          <a:bodyPr/>
          <a:lstStyle/>
          <a:p>
            <a:fld id="{0CA7C460-2EE1-F232-AF1F-D8678A51598D}" type="slidenum">
              <a:t>‹#›</a:t>
            </a:fld>
            <a:endParaRPr/>
          </a:p>
        </p:txBody>
      </p:sp>
    </p:spTree>
  </p:cSld>
  <p:clrMapOvr>
    <a:masterClrMapping/>
  </p:clrMapOvr>
  <p:hf hdr="0" ftr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PhJKaRMAAAAlAAAAZAAAAA0AAAAAkAAAAEgAAACQAAAASAAAAAAAAAAC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GkAZ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K4BAABtHAAA1AgAABAAAAAmAAAACAAAAIGQAAAAAAAA"/>
              </a:ext>
            </a:extLst>
          </p:cNvSpPr>
          <p:nvPr>
            <p:ph type="title"/>
          </p:nvPr>
        </p:nvSpPr>
        <p:spPr>
          <a:xfrm>
            <a:off x="609600" y="273050"/>
            <a:ext cx="4011295" cy="1162050"/>
          </a:xfrm>
        </p:spPr>
        <p:txBody>
          <a:bodyPr vert="horz" wrap="square" lIns="91440" tIns="45720" rIns="91440" bIns="45720" numCol="1" spcCol="215900" anchor="b">
            <a:prstTxWarp prst="textNoShape">
              <a:avLst/>
            </a:prstTxWarp>
          </a:bodyPr>
          <a:lstStyle>
            <a:lvl1pPr algn="l">
              <a:defRPr sz="2000" b="1" cap="none"/>
            </a:lvl1pPr>
          </a:lstStyle>
          <a:p>
            <a:r>
              <a:t>Click to edit Master title style</a:t>
            </a:r>
          </a:p>
        </p:txBody>
      </p:sp>
      <p:sp>
        <p:nvSpPr>
          <p:cNvPr id="3" name="SlideText2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PhJKaRMAAAAlAAAAZAAAAA0A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Ux0AAK4BAABARwAAsCUAABAAAAAmAAAACAAAAAGAAAAAAAAA"/>
              </a:ext>
            </a:extLst>
          </p:cNvSpPr>
          <p:nvPr>
            <p:ph idx="1"/>
          </p:nvPr>
        </p:nvSpPr>
        <p:spPr>
          <a:xfrm>
            <a:off x="4766945" y="273050"/>
            <a:ext cx="6815455" cy="5853430"/>
          </a:xfrm>
        </p:spPr>
        <p:txBody>
          <a:bodyPr/>
          <a:lstStyle>
            <a:lvl1pPr>
              <a:defRPr sz="3200" cap="none"/>
            </a:lvl1pPr>
            <a:lvl2pPr>
              <a:defRPr sz="2800" cap="none"/>
            </a:lvl2pPr>
            <a:lvl3pPr>
              <a:defRPr sz="2400" cap="none"/>
            </a:lvl3pPr>
            <a:lvl4pPr>
              <a:defRPr sz="2000" cap="none"/>
            </a:lvl4pPr>
            <a:lvl5pPr>
              <a:defRPr sz="2000" cap="none"/>
            </a:lvl5pPr>
            <a:lvl6pPr>
              <a:defRPr sz="2000" cap="none"/>
            </a:lvl6pPr>
            <a:lvl7pPr>
              <a:defRPr sz="2000" cap="none"/>
            </a:lvl7pPr>
            <a:lvl8pPr>
              <a:defRPr sz="2000" cap="none"/>
            </a:lvl8pPr>
            <a:lvl9pPr>
              <a:defRPr sz="2000" cap="none"/>
            </a:lvl9pPr>
          </a:lstStyle>
          <a:p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4" name="SlideText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PhJKaRMAAAAlAAAAZAAAAA0A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NQIAABtHAAAsCUAABAAAAAmAAAACAAAAAGAAAAAAAAA"/>
              </a:ext>
            </a:extLst>
          </p:cNvSpPr>
          <p:nvPr>
            <p:ph idx="2"/>
          </p:nvPr>
        </p:nvSpPr>
        <p:spPr>
          <a:xfrm>
            <a:off x="609600" y="1435100"/>
            <a:ext cx="4011295" cy="4691380"/>
          </a:xfrm>
        </p:spPr>
        <p:txBody>
          <a:bodyPr/>
          <a:lstStyle>
            <a:lvl1pPr marL="0" indent="0">
              <a:buNone/>
              <a:defRPr sz="1400" cap="none"/>
            </a:lvl1pPr>
            <a:lvl2pPr marL="457200" indent="0">
              <a:buNone/>
              <a:defRPr sz="1200" cap="none"/>
            </a:lvl2pPr>
            <a:lvl3pPr marL="914400" indent="0">
              <a:buNone/>
              <a:defRPr sz="1000" cap="none"/>
            </a:lvl3pPr>
            <a:lvl4pPr marL="1371600" indent="0">
              <a:buNone/>
              <a:defRPr sz="900" cap="none"/>
            </a:lvl4pPr>
            <a:lvl5pPr marL="1828800" indent="0">
              <a:buNone/>
              <a:defRPr sz="900" cap="none"/>
            </a:lvl5pPr>
            <a:lvl6pPr marL="2286000" indent="0">
              <a:buNone/>
              <a:defRPr sz="900" cap="none"/>
            </a:lvl6pPr>
            <a:lvl7pPr marL="2743200" indent="0">
              <a:buNone/>
              <a:defRPr sz="900" cap="none"/>
            </a:lvl7pPr>
            <a:lvl8pPr marL="3200400" indent="0">
              <a:buNone/>
              <a:defRPr sz="900" cap="none"/>
            </a:lvl8pPr>
            <a:lvl9pPr marL="3657600" indent="0">
              <a:buNone/>
              <a:defRPr sz="900" cap="none"/>
            </a:lvl9pPr>
          </a:lstStyle>
          <a:p>
            <a:r>
              <a:t>Click to edit Master text styles</a:t>
            </a:r>
          </a:p>
        </p:txBody>
      </p:sp>
      <p:sp>
        <p:nvSpPr>
          <p:cNvPr id="5" name="DateTimeArea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BsnAAA/FQAAWSkAABAAAAAmAAAACAAAAAAAAAAAAAAA"/>
              </a:ext>
            </a:extLst>
          </p:cNvSpPr>
          <p:nvPr>
            <p:ph type="dt" sz="quarter" idx="10"/>
          </p:nvPr>
        </p:nvSpPr>
        <p:spPr/>
        <p:txBody>
          <a:bodyPr/>
          <a:lstStyle/>
          <a:p>
            <a:fld id="{0CA79336-78E1-F265-AF1F-8E30DD5159DB}" type="datetime1">
              <a:t>1/12/2026</a:t>
            </a:fld>
            <a:endParaRPr/>
          </a:p>
        </p:txBody>
      </p:sp>
      <p:sp>
        <p:nvSpPr>
          <p:cNvPr id="6" name="FooterArea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RkAABsnAABfMQAAWSkAABAAAAAmAAAACAAAAAAAAAAAAAAA"/>
              </a:ext>
            </a:extLst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NumberArea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TUAABsnAABARwAAWSkAABAAAAAmAAAACAAAAAAAAAAAAAAA"/>
              </a:ext>
            </a:extLst>
          </p:cNvSpPr>
          <p:nvPr>
            <p:ph type="sldNum" sz="quarter" idx="12"/>
          </p:nvPr>
        </p:nvSpPr>
        <p:spPr/>
        <p:txBody>
          <a:bodyPr/>
          <a:lstStyle/>
          <a:p>
            <a:fld id="{0CA7D805-4BE1-F22E-AF1F-BD7B965159E8}" type="slidenum">
              <a:t>‹#›</a:t>
            </a:fld>
            <a:endParaRPr/>
          </a:p>
        </p:txBody>
      </p:sp>
    </p:spTree>
  </p:cSld>
  <p:clrMapOvr>
    <a:masterClrMapping/>
  </p:clrMapOvr>
  <p:hf hdr="0" ftr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PhJKaRMAAAAlAAAAZAAAAA0AAAAAkAAAAEgAAACQAAAASAAAAAAAAAAC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sw4AAIgdAACzOwAABCEAABAAAAAmAAAACAAAAIGQAAAAAAAA"/>
              </a:ext>
            </a:extLst>
          </p:cNvSpPr>
          <p:nvPr>
            <p:ph type="title"/>
          </p:nvPr>
        </p:nvSpPr>
        <p:spPr>
          <a:xfrm>
            <a:off x="2389505" y="4800600"/>
            <a:ext cx="7315200" cy="566420"/>
          </a:xfrm>
        </p:spPr>
        <p:txBody>
          <a:bodyPr vert="horz" wrap="square" lIns="91440" tIns="45720" rIns="91440" bIns="45720" numCol="1" spcCol="215900" anchor="b">
            <a:prstTxWarp prst="textNoShape">
              <a:avLst/>
            </a:prstTxWarp>
          </a:bodyPr>
          <a:lstStyle>
            <a:lvl1pPr algn="l">
              <a:defRPr sz="2000" b="1" cap="none"/>
            </a:lvl1pPr>
          </a:lstStyle>
          <a:p>
            <a:r>
              <a:t>Click to edit Master title style</a:t>
            </a:r>
          </a:p>
        </p:txBody>
      </p:sp>
      <p:sp>
        <p:nvSpPr>
          <p:cNvPr id="3" name="SlideText2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PhJKaRMAAAAlAAAAZAAAAA0A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sw4AAMYDAACzOwAAFh0AABAAAAAmAAAACAAAAAGAAAAAAAAA"/>
              </a:ext>
            </a:extLst>
          </p:cNvSpPr>
          <p:nvPr>
            <p:ph idx="1"/>
          </p:nvPr>
        </p:nvSpPr>
        <p:spPr>
          <a:xfrm>
            <a:off x="2389505" y="613410"/>
            <a:ext cx="7315200" cy="4114800"/>
          </a:xfrm>
        </p:spPr>
        <p:txBody>
          <a:bodyPr/>
          <a:lstStyle>
            <a:lvl1pPr marL="0" indent="0">
              <a:buNone/>
              <a:defRPr sz="3200" cap="none"/>
            </a:lvl1pPr>
            <a:lvl2pPr marL="457200" indent="0">
              <a:buNone/>
              <a:defRPr sz="2800" cap="none"/>
            </a:lvl2pPr>
            <a:lvl3pPr marL="914400" indent="0">
              <a:buNone/>
              <a:defRPr sz="2400" cap="none"/>
            </a:lvl3pPr>
            <a:lvl4pPr marL="1371600" indent="0">
              <a:buNone/>
              <a:defRPr sz="2000" cap="none"/>
            </a:lvl4pPr>
            <a:lvl5pPr marL="1828800" indent="0">
              <a:buNone/>
              <a:defRPr sz="2000" cap="none"/>
            </a:lvl5pPr>
            <a:lvl6pPr marL="2286000" indent="0">
              <a:buNone/>
              <a:defRPr sz="2000" cap="none"/>
            </a:lvl6pPr>
            <a:lvl7pPr marL="2743200" indent="0">
              <a:buNone/>
              <a:defRPr sz="2000" cap="none"/>
            </a:lvl7pPr>
            <a:lvl8pPr marL="3200400" indent="0">
              <a:buNone/>
              <a:defRPr sz="2000" cap="none"/>
            </a:lvl8pPr>
            <a:lvl9pPr marL="3657600" indent="0">
              <a:buNone/>
              <a:defRPr sz="2000" cap="none"/>
            </a:lvl9pPr>
          </a:lstStyle>
          <a:p>
            <a:r>
              <a:t>Click to edit Master text styles</a:t>
            </a:r>
          </a:p>
        </p:txBody>
      </p:sp>
      <p:sp>
        <p:nvSpPr>
          <p:cNvPr id="4" name="SlideText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PhJKaRMAAAAlAAAAZAAAAA0A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sw4AAAQhAACzOwAA+CUAABAAAAAmAAAACAAAAAGAAAAAAAAA"/>
              </a:ext>
            </a:extLst>
          </p:cNvSpPr>
          <p:nvPr>
            <p:ph idx="2"/>
          </p:nvPr>
        </p:nvSpPr>
        <p:spPr>
          <a:xfrm>
            <a:off x="2389505" y="5367020"/>
            <a:ext cx="7315200" cy="805180"/>
          </a:xfrm>
        </p:spPr>
        <p:txBody>
          <a:bodyPr/>
          <a:lstStyle>
            <a:lvl1pPr marL="0" indent="0">
              <a:buNone/>
              <a:defRPr sz="1400" cap="none"/>
            </a:lvl1pPr>
            <a:lvl2pPr marL="457200" indent="0">
              <a:buNone/>
              <a:defRPr sz="1200" cap="none"/>
            </a:lvl2pPr>
            <a:lvl3pPr marL="914400" indent="0">
              <a:buNone/>
              <a:defRPr sz="1000" cap="none"/>
            </a:lvl3pPr>
            <a:lvl4pPr marL="1371600" indent="0">
              <a:buNone/>
              <a:defRPr sz="900" cap="none"/>
            </a:lvl4pPr>
            <a:lvl5pPr marL="1828800" indent="0">
              <a:buNone/>
              <a:defRPr sz="900" cap="none"/>
            </a:lvl5pPr>
            <a:lvl6pPr marL="2286000" indent="0">
              <a:buNone/>
              <a:defRPr sz="900" cap="none"/>
            </a:lvl6pPr>
            <a:lvl7pPr marL="2743200" indent="0">
              <a:buNone/>
              <a:defRPr sz="900" cap="none"/>
            </a:lvl7pPr>
            <a:lvl8pPr marL="3200400" indent="0">
              <a:buNone/>
              <a:defRPr sz="900" cap="none"/>
            </a:lvl8pPr>
            <a:lvl9pPr marL="3657600" indent="0">
              <a:buNone/>
              <a:defRPr sz="900" cap="none"/>
            </a:lvl9pPr>
          </a:lstStyle>
          <a:p>
            <a:r>
              <a:t>Click to edit Master text styles</a:t>
            </a:r>
          </a:p>
        </p:txBody>
      </p:sp>
      <p:sp>
        <p:nvSpPr>
          <p:cNvPr id="5" name="DateTimeArea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BsnAAA/FQAAWSkAABAAAAAmAAAACAAAAAAAAAAAAAAA"/>
              </a:ext>
            </a:extLst>
          </p:cNvSpPr>
          <p:nvPr>
            <p:ph type="dt" sz="quarter" idx="10"/>
          </p:nvPr>
        </p:nvSpPr>
        <p:spPr/>
        <p:txBody>
          <a:bodyPr/>
          <a:lstStyle/>
          <a:p>
            <a:fld id="{0CA7E338-76E1-F215-AF1F-8040AD5159D5}" type="datetime1">
              <a:t>1/12/2026</a:t>
            </a:fld>
            <a:endParaRPr/>
          </a:p>
        </p:txBody>
      </p:sp>
      <p:sp>
        <p:nvSpPr>
          <p:cNvPr id="6" name="FooterArea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RkAABsnAABfMQAAWSkAABAAAAAmAAAACAAAAAAAAAAAAAAA"/>
              </a:ext>
            </a:extLst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NumberArea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TUAABsnAABARwAAWSkAABAAAAAmAAAACAAAAAAAAAAAAAAA"/>
              </a:ext>
            </a:extLst>
          </p:cNvSpPr>
          <p:nvPr>
            <p:ph type="sldNum" sz="quarter" idx="12"/>
          </p:nvPr>
        </p:nvSpPr>
        <p:spPr/>
        <p:txBody>
          <a:bodyPr/>
          <a:lstStyle/>
          <a:p>
            <a:fld id="{0CA7B2D3-9DE1-F244-AF1F-6B11FC51593E}" type="slidenum">
              <a:t>‹#›</a:t>
            </a:fld>
            <a:endParaRPr/>
          </a:p>
        </p:txBody>
      </p:sp>
    </p:spTree>
  </p:cSld>
  <p:clrMapOvr>
    <a:masterClrMapping/>
  </p:clrMapOvr>
  <p:hf hdr="0" ftr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LABAABARwAAuAg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SlideText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PhJKaRMAAAAlAAAAZAAAAA0AAAAAkAAAAEgAAACQAAAASAAAAAAAAAAAAAAAAQ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NgJAABARwAAsCUAABAAAAAmAAAACAAAAAIQAAAAAAAA"/>
              </a:ext>
            </a:extLst>
          </p:cNvSpPr>
          <p:nvPr>
            <p:ph idx="1"/>
          </p:nvPr>
        </p:nvSpPr>
        <p:spPr/>
        <p:txBody>
          <a:bodyPr vert="vert" wrap="square" lIns="91440" tIns="45720" rIns="91440" bIns="45720" numCol="1" spcCol="215900" anchor="t">
            <a:prstTxWarp prst="textNoShape">
              <a:avLst/>
            </a:prstTxWarp>
          </a:bodyPr>
          <a:lstStyle/>
          <a:p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4" name="DateTimeArea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BsnAAA/FQAAWSkAABAAAAAmAAAACAAAAAAAAAAAAAAA"/>
              </a:ext>
            </a:extLst>
          </p:cNvSpPr>
          <p:nvPr>
            <p:ph type="dt" sz="quarter" idx="10"/>
          </p:nvPr>
        </p:nvSpPr>
        <p:spPr/>
        <p:txBody>
          <a:bodyPr/>
          <a:lstStyle/>
          <a:p>
            <a:fld id="{0CA7B38B-C5E1-F245-AF1F-3310FD515966}" type="datetime1">
              <a:t>1/12/2026</a:t>
            </a:fld>
            <a:endParaRPr/>
          </a:p>
        </p:txBody>
      </p:sp>
      <p:sp>
        <p:nvSpPr>
          <p:cNvPr id="5" name="FooterArea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RkAABsnAABfMQAAWSkAABAAAAAmAAAACAAAAAAAAAAAAAAA"/>
              </a:ext>
            </a:extLst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NumberArea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TUAABsnAABARwAAWSkAABAAAAAmAAAACAAAAAAAAAAAAAAA"/>
              </a:ext>
            </a:extLst>
          </p:cNvSpPr>
          <p:nvPr>
            <p:ph type="sldNum" sz="quarter" idx="12"/>
          </p:nvPr>
        </p:nvSpPr>
        <p:spPr/>
        <p:txBody>
          <a:bodyPr/>
          <a:lstStyle/>
          <a:p>
            <a:fld id="{0CA78C0F-41E1-F27A-AF1F-B72FC25159E2}" type="slidenum">
              <a:t>‹#›</a:t>
            </a:fld>
            <a:endParaRPr/>
          </a:p>
        </p:txBody>
      </p:sp>
    </p:spTree>
  </p:cSld>
  <p:clrMapOvr>
    <a:masterClrMapping/>
  </p:clrMapOvr>
  <p:hf hdr="0" ftr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PhJKaRMAAAAlAAAAZAAAAA0AAAAAkAAAAEgAAACQAAAASAAAAAAAAAACAAAAAQ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YDYAALABAABARwAAsCUAABAAAAAmAAAACAAAAIMQAAAAAAAA"/>
              </a:ext>
            </a:extLst>
          </p:cNvSpPr>
          <p:nvPr>
            <p:ph type="title"/>
          </p:nvPr>
        </p:nvSpPr>
        <p:spPr>
          <a:xfrm>
            <a:off x="8839200" y="274320"/>
            <a:ext cx="2743200" cy="5852160"/>
          </a:xfrm>
        </p:spPr>
        <p:txBody>
          <a:bodyPr vert="vert" wrap="square" lIns="91440" tIns="45720" rIns="91440" bIns="45720" numCol="1" spcCol="215900" anchor="b">
            <a:prstTxWarp prst="textNoShape">
              <a:avLst/>
            </a:prstTxWarp>
          </a:bodyPr>
          <a:lstStyle/>
          <a:p>
            <a:r>
              <a:t>Click to edit Master title style</a:t>
            </a:r>
          </a:p>
        </p:txBody>
      </p:sp>
      <p:sp>
        <p:nvSpPr>
          <p:cNvPr id="3" name="SlideText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PhJKaRMAAAAlAAAAZAAAAA0AAAAAkAAAAEgAAACQAAAASAAAAAAAAAAAAAAAAQ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LABAAAfNQAAsCUAABAAAAAmAAAACAAAAAMQAAAAAAAA"/>
              </a:ext>
            </a:extLst>
          </p:cNvSpPr>
          <p:nvPr>
            <p:ph idx="1"/>
          </p:nvPr>
        </p:nvSpPr>
        <p:spPr>
          <a:xfrm>
            <a:off x="609600" y="274320"/>
            <a:ext cx="8025765" cy="5852160"/>
          </a:xfrm>
        </p:spPr>
        <p:txBody>
          <a:bodyPr vert="vert" wrap="square" lIns="91440" tIns="45720" rIns="91440" bIns="45720" numCol="1" spcCol="215900" anchor="t">
            <a:prstTxWarp prst="textNoShape">
              <a:avLst/>
            </a:prstTxWarp>
          </a:bodyPr>
          <a:lstStyle/>
          <a:p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4" name="DateTimeArea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BsnAAA/FQAAWSkAABAAAAAmAAAACAAAAAAAAAAAAAAA"/>
              </a:ext>
            </a:extLst>
          </p:cNvSpPr>
          <p:nvPr>
            <p:ph type="dt" sz="quarter" idx="10"/>
          </p:nvPr>
        </p:nvSpPr>
        <p:spPr/>
        <p:txBody>
          <a:bodyPr/>
          <a:lstStyle/>
          <a:p>
            <a:fld id="{0CA7B96F-21E1-F24F-AF1F-D71AF7515982}" type="datetime1">
              <a:t>1/12/2026</a:t>
            </a:fld>
            <a:endParaRPr/>
          </a:p>
        </p:txBody>
      </p:sp>
      <p:sp>
        <p:nvSpPr>
          <p:cNvPr id="5" name="FooterArea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RkAABsnAABfMQAAWSkAABAAAAAmAAAACAAAAAAAAAAAAAAA"/>
              </a:ext>
            </a:extLst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NumberArea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TUAABsnAABARwAAWSkAABAAAAAmAAAACAAAAAAAAAAAAAAA"/>
              </a:ext>
            </a:extLst>
          </p:cNvSpPr>
          <p:nvPr>
            <p:ph type="sldNum" sz="quarter" idx="12"/>
          </p:nvPr>
        </p:nvSpPr>
        <p:spPr/>
        <p:txBody>
          <a:bodyPr/>
          <a:lstStyle/>
          <a:p>
            <a:fld id="{0CA7E6B5-FBE1-F210-AF1F-0D45A8515958}" type="slidenum">
              <a:t>‹#›</a:t>
            </a:fld>
            <a:endParaRPr/>
          </a:p>
        </p:txBody>
      </p:sp>
    </p:spTree>
  </p:cSld>
  <p:clrMapOvr>
    <a:masterClrMapping/>
  </p:clrMapOvr>
  <p:hf hdr="0" ftr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Default desig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GxpY2k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LABAABARwAAuAgAABAAAAAmAAAACAAAAIMfAAD//8EB"/>
              </a:ext>
            </a:extLst>
          </p:cNvSpPr>
          <p:nvPr>
            <p:ph type="title"/>
          </p:nvPr>
        </p:nvSpPr>
        <p:spPr>
          <a:xfrm>
            <a:off x="609600" y="274320"/>
            <a:ext cx="10972800" cy="11430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900" anchor="ctr">
            <a:prstTxWarp prst="textNoShape">
              <a:avLst/>
            </a:prstTxWarp>
          </a:bodyPr>
          <a:lstStyle/>
          <a:p>
            <a:r>
              <a:t>Click to edit Master title style</a:t>
            </a:r>
          </a:p>
        </p:txBody>
      </p:sp>
      <p:sp>
        <p:nvSpPr>
          <p:cNvPr id="3" name="SlideText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PhJKaRMAAAAlAAAAZAAAAA0A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GxpY2k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NgJAABARwAAsCUAABAAAAAmAAAACAAAAIMfAAD//8EB"/>
              </a:ext>
            </a:extLst>
          </p:cNvSpPr>
          <p:nvPr>
            <p:ph type="body" idx="1"/>
          </p:nvPr>
        </p:nvSpPr>
        <p:spPr>
          <a:xfrm>
            <a:off x="609600" y="1600200"/>
            <a:ext cx="10972800" cy="452628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900" anchor="t">
            <a:prstTxWarp prst="textNoShape">
              <a:avLst/>
            </a:prstTxWarp>
          </a:bodyPr>
          <a:lstStyle/>
          <a:p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4" name="DateTimeArea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E1hc3Q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BsnAAA/FQAAWSkAABAAAAAmAAAACAAAAIOfAAD//8EB"/>
              </a:ext>
            </a:extLst>
          </p:cNvSpPr>
          <p:nvPr>
            <p:ph type="dt" sz="quarter" idx="2"/>
          </p:nvPr>
        </p:nvSpPr>
        <p:spPr>
          <a:xfrm>
            <a:off x="609600" y="6356985"/>
            <a:ext cx="2844165" cy="36449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900" anchor="ctr">
            <a:prstTxWarp prst="textNoShape">
              <a:avLst/>
            </a:prstTxWarp>
          </a:bodyPr>
          <a:lstStyle>
            <a:lvl1pPr algn="l">
              <a:defRPr sz="1200" cap="none"/>
            </a:lvl1pPr>
          </a:lstStyle>
          <a:p>
            <a:fld id="{0CA7B237-79E1-F244-AF1F-8F11FC5159DA}" type="datetime1">
              <a:t>1/12/2026</a:t>
            </a:fld>
            <a:endParaRPr/>
          </a:p>
        </p:txBody>
      </p:sp>
      <p:sp>
        <p:nvSpPr>
          <p:cNvPr id="5" name="FooterArea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E1hc3Q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RkAABsnAABfMQAAWSkAABAAAAAmAAAACAAAAIOfAAD//8EB"/>
              </a:ext>
            </a:extLst>
          </p:cNvSpPr>
          <p:nvPr>
            <p:ph type="ftr" sz="quarter" idx="3"/>
          </p:nvPr>
        </p:nvSpPr>
        <p:spPr>
          <a:xfrm>
            <a:off x="4166235" y="6356985"/>
            <a:ext cx="3859530" cy="36449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900" anchor="ctr">
            <a:prstTxWarp prst="textNoShape">
              <a:avLst/>
            </a:prstTxWarp>
          </a:bodyPr>
          <a:lstStyle>
            <a:lvl1pPr algn="ctr">
              <a:defRPr sz="1200" cap="none"/>
            </a:lvl1pPr>
          </a:lstStyle>
          <a:p>
            <a:endParaRPr/>
          </a:p>
        </p:txBody>
      </p:sp>
      <p:sp>
        <p:nvSpPr>
          <p:cNvPr id="6" name="SlideNumberArea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EFBQUE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TUAABsnAABARwAAWSkAABAAAAAmAAAACAAAAIOfAAD//8EB"/>
              </a:ext>
            </a:extLst>
          </p:cNvSpPr>
          <p:nvPr>
            <p:ph type="sldNum" sz="quarter" idx="4"/>
          </p:nvPr>
        </p:nvSpPr>
        <p:spPr>
          <a:xfrm>
            <a:off x="8738235" y="6356985"/>
            <a:ext cx="2844165" cy="36449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spcCol="215900" anchor="ctr">
            <a:prstTxWarp prst="textNoShape">
              <a:avLst/>
            </a:prstTxWarp>
          </a:bodyPr>
          <a:lstStyle>
            <a:lvl1pPr algn="r">
              <a:defRPr sz="1200" cap="none"/>
            </a:lvl1pPr>
          </a:lstStyle>
          <a:p>
            <a:fld id="{0CA793EE-A0E1-F265-AF1F-5630DD515903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marL="0" marR="0" indent="0" algn="ctr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4400" b="0" i="0" u="none" strike="noStrike" kern="1" cap="none" spc="0" baseline="0">
          <a:solidFill>
            <a:schemeClr val="tx2"/>
          </a:solidFill>
          <a:effectLst/>
          <a:latin typeface="Calibri" pitchFamily="2" charset="0"/>
          <a:ea typeface="SimSun" charset="0"/>
          <a:cs typeface="Times New Roman" pitchFamily="1" charset="0"/>
        </a:defRPr>
      </a:lvl1pPr>
      <a:lvl2pPr marL="45720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charset="0"/>
          <a:cs typeface="Times New Roman" pitchFamily="1" charset="0"/>
        </a:defRPr>
      </a:lvl2pPr>
      <a:lvl3pPr marL="91440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charset="0"/>
          <a:cs typeface="Times New Roman" pitchFamily="1" charset="0"/>
        </a:defRPr>
      </a:lvl3pPr>
      <a:lvl4pPr marL="137160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charset="0"/>
          <a:cs typeface="Times New Roman" pitchFamily="1" charset="0"/>
        </a:defRPr>
      </a:lvl4pPr>
      <a:lvl5pPr marL="182880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charset="0"/>
          <a:cs typeface="Times New Roman" pitchFamily="1" charset="0"/>
        </a:defRPr>
      </a:lvl5pPr>
      <a:lvl6pPr marL="228600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charset="0"/>
          <a:cs typeface="Times New Roman" pitchFamily="1" charset="0"/>
        </a:defRPr>
      </a:lvl6pPr>
      <a:lvl7pPr marL="274320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charset="0"/>
          <a:cs typeface="Times New Roman" pitchFamily="1" charset="0"/>
        </a:defRPr>
      </a:lvl7pPr>
      <a:lvl8pPr marL="320040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charset="0"/>
          <a:cs typeface="Times New Roman" pitchFamily="1" charset="0"/>
        </a:defRPr>
      </a:lvl8pPr>
      <a:lvl9pPr marL="365760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charset="0"/>
          <a:cs typeface="Times New Roman" pitchFamily="1" charset="0"/>
        </a:defRPr>
      </a:lvl9pPr>
    </p:titleStyle>
    <p:bodyStyle>
      <a:lvl1pPr marL="342900" marR="0" indent="-342900" algn="l" defTabSz="4572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Char char="•"/>
        <a:tabLst/>
        <a:defRPr sz="32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charset="0"/>
          <a:cs typeface="Times New Roman" pitchFamily="1" charset="0"/>
        </a:defRPr>
      </a:lvl1pPr>
      <a:lvl2pPr marL="742950" marR="0" indent="-285750" algn="l" defTabSz="4572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Char char="–"/>
        <a:tabLst/>
        <a:defRPr sz="2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charset="0"/>
          <a:cs typeface="Times New Roman" pitchFamily="1" charset="0"/>
        </a:defRPr>
      </a:lvl2pPr>
      <a:lvl3pPr marL="1143000" marR="0" indent="-228600" algn="l" defTabSz="4572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Char char="•"/>
        <a:tabLst/>
        <a:defRPr sz="24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charset="0"/>
          <a:cs typeface="Times New Roman" pitchFamily="1" charset="0"/>
        </a:defRPr>
      </a:lvl3pPr>
      <a:lvl4pPr marL="1600200" marR="0" indent="-228600" algn="l" defTabSz="4572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Char char="–"/>
        <a:tabLst/>
        <a:defRPr sz="20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charset="0"/>
          <a:cs typeface="Times New Roman" pitchFamily="1" charset="0"/>
        </a:defRPr>
      </a:lvl4pPr>
      <a:lvl5pPr marL="2057400" marR="0" indent="-228600" algn="l" defTabSz="4572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Char char="»"/>
        <a:tabLst/>
        <a:defRPr sz="20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charset="0"/>
          <a:cs typeface="Times New Roman" pitchFamily="1" charset="0"/>
        </a:defRPr>
      </a:lvl5pPr>
      <a:lvl6pPr marL="2514600" marR="0" indent="-228600" algn="l" defTabSz="4572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Char char="•"/>
        <a:tabLst/>
        <a:defRPr sz="20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charset="0"/>
          <a:cs typeface="Times New Roman" pitchFamily="1" charset="0"/>
        </a:defRPr>
      </a:lvl6pPr>
      <a:lvl7pPr marL="2971800" marR="0" indent="-228600" algn="l" defTabSz="4572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Char char="•"/>
        <a:tabLst/>
        <a:defRPr sz="20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charset="0"/>
          <a:cs typeface="Times New Roman" pitchFamily="1" charset="0"/>
        </a:defRPr>
      </a:lvl7pPr>
      <a:lvl8pPr marL="3429000" marR="0" indent="-228600" algn="l" defTabSz="4572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Char char="•"/>
        <a:tabLst/>
        <a:defRPr sz="20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charset="0"/>
          <a:cs typeface="Times New Roman" pitchFamily="1" charset="0"/>
        </a:defRPr>
      </a:lvl8pPr>
      <a:lvl9pPr marL="3886200" marR="0" indent="-228600" algn="l" defTabSz="45720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Char char="•"/>
        <a:tabLst/>
        <a:defRPr sz="20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charset="0"/>
          <a:cs typeface="Times New Roman" pitchFamily="1" charset="0"/>
        </a:defRPr>
      </a:lvl9pPr>
    </p:bodyStyle>
    <p:otherStyle>
      <a:lvl1pPr marL="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charset="0"/>
          <a:cs typeface="Times New Roman" pitchFamily="1" charset="0"/>
        </a:defRPr>
      </a:lvl1pPr>
      <a:lvl2pPr marL="45720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charset="0"/>
          <a:cs typeface="Times New Roman" pitchFamily="1" charset="0"/>
        </a:defRPr>
      </a:lvl2pPr>
      <a:lvl3pPr marL="91440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charset="0"/>
          <a:cs typeface="Times New Roman" pitchFamily="1" charset="0"/>
        </a:defRPr>
      </a:lvl3pPr>
      <a:lvl4pPr marL="137160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charset="0"/>
          <a:cs typeface="Times New Roman" pitchFamily="1" charset="0"/>
        </a:defRPr>
      </a:lvl4pPr>
      <a:lvl5pPr marL="182880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charset="0"/>
          <a:cs typeface="Times New Roman" pitchFamily="1" charset="0"/>
        </a:defRPr>
      </a:lvl5pPr>
      <a:lvl6pPr marL="228600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charset="0"/>
          <a:cs typeface="Times New Roman" pitchFamily="1" charset="0"/>
        </a:defRPr>
      </a:lvl6pPr>
      <a:lvl7pPr marL="274320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charset="0"/>
          <a:cs typeface="Times New Roman" pitchFamily="1" charset="0"/>
        </a:defRPr>
      </a:lvl7pPr>
      <a:lvl8pPr marL="320040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charset="0"/>
          <a:cs typeface="Times New Roman" pitchFamily="1" charset="0"/>
        </a:defRPr>
      </a:lvl8pPr>
      <a:lvl9pPr marL="3657600" marR="0" indent="0" algn="l" defTabSz="457200">
        <a:lnSpc>
          <a:spcPct val="100000"/>
        </a:lnSpc>
        <a:spcBef>
          <a:spcPts val="0"/>
        </a:spcBef>
        <a:spcAft>
          <a:spcPts val="0"/>
        </a:spcAft>
        <a:buNone/>
        <a:tabLst/>
        <a:defRPr sz="1800" b="0" i="0" u="none" strike="noStrike" kern="1" cap="none" spc="0" baseline="0">
          <a:solidFill>
            <a:schemeClr val="tx1"/>
          </a:solidFill>
          <a:effectLst/>
          <a:latin typeface="Calibri" pitchFamily="2" charset="0"/>
          <a:ea typeface="SimSun" charset="0"/>
          <a:cs typeface="Times New Roman" pitchFamily="1" charset="0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1.vml"/><Relationship Id="rId4" Type="http://schemas.openxmlformats.org/officeDocument/2006/relationships/image" Target="../media/image1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webp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ultralytics/yolov5" TargetMode="External"/><Relationship Id="rId2" Type="http://schemas.openxmlformats.org/officeDocument/2006/relationships/hyperlink" Target="https://www.ccoderun.ca/programming/yolo_faq/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ultralytics/ultralytics" TargetMode="Externa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oAUAABoNAABgRQAAJhYAABAAAAAmAAAACAAAAAAAAAAAAAAA"/>
              </a:ext>
            </a:extLst>
          </p:cNvSpPr>
          <p:nvPr>
            <p:ph type="ctrTitle"/>
          </p:nvPr>
        </p:nvSpPr>
        <p:spPr/>
        <p:txBody>
          <a:bodyPr/>
          <a:lstStyle/>
          <a:p>
            <a:r>
              <a:t>AI PyTorch</a:t>
            </a:r>
          </a:p>
        </p:txBody>
      </p:sp>
      <p:sp>
        <p:nvSpPr>
          <p:cNvPr id="3" name="SlideSubtitle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PhJKaRMAAAAlAAAAZAAAAA0A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QAsAAOgXAADAPwAAsCIAABAAAAAmAAAACAAAAAAAAAAAAAAA"/>
              </a:ext>
            </a:extLst>
          </p:cNvSpPr>
          <p:nvPr>
            <p:ph type="subTitle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Folders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Code in \p\AI</a:t>
            </a:r>
          </a:p>
          <a:p>
            <a:r>
              <a:rPr lang="en-US" dirty="0" smtClean="0"/>
              <a:t>AI data in d:\AIData  *should put on network drive</a:t>
            </a:r>
          </a:p>
          <a:p>
            <a:r>
              <a:rPr lang="en-US" dirty="0" smtClean="0"/>
              <a:t>AI data sources:</a:t>
            </a:r>
          </a:p>
          <a:p>
            <a:pPr lvl="1"/>
            <a:r>
              <a:rPr lang="en-US" dirty="0" err="1" smtClean="0"/>
              <a:t>Kaggle</a:t>
            </a:r>
            <a:r>
              <a:rPr lang="en-US" dirty="0" smtClean="0"/>
              <a:t> – easy to download but usually not big datasets</a:t>
            </a:r>
          </a:p>
          <a:p>
            <a:pPr lvl="1"/>
            <a:r>
              <a:rPr lang="en-US" dirty="0" smtClean="0"/>
              <a:t>Hugging Face</a:t>
            </a:r>
          </a:p>
          <a:p>
            <a:pPr lvl="2"/>
            <a:r>
              <a:rPr lang="en-US" dirty="0" smtClean="0"/>
              <a:t>How to download? </a:t>
            </a:r>
            <a:r>
              <a:rPr lang="en-US" smtClean="0"/>
              <a:t>Use API?</a:t>
            </a:r>
            <a:endParaRPr lang="en-US" dirty="0" smtClean="0"/>
          </a:p>
          <a:p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quarter" idx="10"/>
          </p:nvPr>
        </p:nvSpPr>
        <p:spPr/>
        <p:txBody>
          <a:bodyPr/>
          <a:lstStyle/>
          <a:p>
            <a:fld id="{0CA7AC8E-C0E1-F25A-AF1F-360FE2515963}" type="datetime1">
              <a:rPr lang="en-US" smtClean="0"/>
              <a:t>1/12/2026</a:t>
            </a:fld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A7DD58-16E1-F22B-AF1F-E07E935159B5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36821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Terminology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 smtClean="0"/>
              <a:t>AI is the broadest term</a:t>
            </a:r>
          </a:p>
          <a:p>
            <a:pPr lvl="1"/>
            <a:r>
              <a:rPr lang="en-US" dirty="0" smtClean="0"/>
              <a:t>Machine learning is a type of AI</a:t>
            </a:r>
          </a:p>
          <a:p>
            <a:pPr lvl="2"/>
            <a:r>
              <a:rPr lang="en-US" dirty="0" smtClean="0"/>
              <a:t>Deep learning is considered a more complex type of machine learning</a:t>
            </a:r>
          </a:p>
          <a:p>
            <a:r>
              <a:rPr lang="en-US" dirty="0" smtClean="0"/>
              <a:t>Machine learning can have different ways to train:</a:t>
            </a:r>
          </a:p>
          <a:p>
            <a:pPr lvl="1"/>
            <a:r>
              <a:rPr lang="en-US" dirty="0" smtClean="0"/>
              <a:t>Supervised learning: labeled datasets (each input data set has corresponding correct output data value(s))</a:t>
            </a:r>
          </a:p>
          <a:p>
            <a:pPr lvl="2"/>
            <a:r>
              <a:rPr lang="en-US" dirty="0" smtClean="0"/>
              <a:t>The correct output value(s) could be classifications or continuous values (regression)</a:t>
            </a:r>
          </a:p>
          <a:p>
            <a:pPr lvl="1"/>
            <a:r>
              <a:rPr lang="en-US" dirty="0" smtClean="0"/>
              <a:t>Unsupervised learning: the world is our teacher</a:t>
            </a:r>
          </a:p>
          <a:p>
            <a:pPr lvl="2"/>
            <a:r>
              <a:rPr lang="en-US" dirty="0" smtClean="0"/>
              <a:t>Unsupervised clustering of data leads to ‘labeling’ them</a:t>
            </a:r>
          </a:p>
          <a:p>
            <a:r>
              <a:rPr lang="en-US" dirty="0" smtClean="0"/>
              <a:t>Clustering: group data points to organize them</a:t>
            </a:r>
          </a:p>
          <a:p>
            <a:r>
              <a:rPr lang="en-US" dirty="0" smtClean="0"/>
              <a:t>Dimensionality Reduction: take a lot of variables and simplify them</a:t>
            </a:r>
          </a:p>
          <a:p>
            <a:r>
              <a:rPr lang="en-US" dirty="0" smtClean="0"/>
              <a:t>Deep Learning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2011824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 smtClean="0"/>
              <a:t>machine learning vs. deep learning</a:t>
            </a:r>
            <a:endParaRPr lang="en-US" dirty="0"/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/>
          </p:nvPr>
        </p:nvGraphicFramePr>
        <p:xfrm>
          <a:off x="3027948" y="1822409"/>
          <a:ext cx="6087978" cy="4351336"/>
        </p:xfrm>
        <a:graphic>
          <a:graphicData uri="http://schemas.openxmlformats.org/drawingml/2006/table">
            <a:tbl>
              <a:tblPr/>
              <a:tblGrid>
                <a:gridCol w="2029326"/>
                <a:gridCol w="2029326"/>
                <a:gridCol w="2029326"/>
              </a:tblGrid>
              <a:tr h="334718">
                <a:tc>
                  <a:txBody>
                    <a:bodyPr/>
                    <a:lstStyle/>
                    <a:p>
                      <a:pPr algn="l" fontAlgn="t"/>
                      <a:r>
                        <a:rPr lang="en-US" sz="900" dirty="0">
                          <a:effectLst/>
                        </a:rPr>
                        <a:t>Feature</a:t>
                      </a:r>
                    </a:p>
                  </a:txBody>
                  <a:tcPr marL="45643" marR="45643" marT="22822" marB="38036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4229" cap="flat" cmpd="sng" algn="ctr">
                      <a:solidFill>
                        <a:srgbClr val="A3C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900">
                          <a:effectLst/>
                        </a:rPr>
                        <a:t>Machine Learning</a:t>
                      </a:r>
                    </a:p>
                  </a:txBody>
                  <a:tcPr marL="45643" marR="45643" marT="22822" marB="38036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4229" cap="flat" cmpd="sng" algn="ctr">
                      <a:solidFill>
                        <a:srgbClr val="A3C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900">
                          <a:effectLst/>
                        </a:rPr>
                        <a:t>Deep Learning</a:t>
                      </a:r>
                    </a:p>
                  </a:txBody>
                  <a:tcPr marL="45643" marR="45643" marT="22822" marB="38036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4229" cap="flat" cmpd="sng" algn="ctr">
                      <a:solidFill>
                        <a:srgbClr val="A3C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23793">
                <a:tc>
                  <a:txBody>
                    <a:bodyPr/>
                    <a:lstStyle/>
                    <a:p>
                      <a:pPr fontAlgn="t"/>
                      <a:r>
                        <a:rPr lang="en-US" sz="900">
                          <a:effectLst/>
                        </a:rPr>
                        <a:t>Complexity</a:t>
                      </a:r>
                    </a:p>
                  </a:txBody>
                  <a:tcPr marL="45643" marR="45643" marT="38036" marB="38036">
                    <a:lnL>
                      <a:noFill/>
                    </a:lnL>
                    <a:lnR>
                      <a:noFill/>
                    </a:lnR>
                    <a:lnT w="4229" cap="flat" cmpd="sng" algn="ctr">
                      <a:solidFill>
                        <a:srgbClr val="A3C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229" cap="flat" cmpd="sng" algn="ctr">
                      <a:solidFill>
                        <a:srgbClr val="A3C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900">
                          <a:effectLst/>
                        </a:rPr>
                        <a:t>Simpler algorithms and models</a:t>
                      </a:r>
                    </a:p>
                  </a:txBody>
                  <a:tcPr marL="45643" marR="45643" marT="38036" marB="38036">
                    <a:lnL>
                      <a:noFill/>
                    </a:lnL>
                    <a:lnR>
                      <a:noFill/>
                    </a:lnR>
                    <a:lnT w="4229" cap="flat" cmpd="sng" algn="ctr">
                      <a:solidFill>
                        <a:srgbClr val="A3C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229" cap="flat" cmpd="sng" algn="ctr">
                      <a:solidFill>
                        <a:srgbClr val="A3C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900">
                          <a:effectLst/>
                        </a:rPr>
                        <a:t>More complex neural networks</a:t>
                      </a:r>
                    </a:p>
                  </a:txBody>
                  <a:tcPr marL="45643" marR="45643" marT="38036" marB="38036">
                    <a:lnL>
                      <a:noFill/>
                    </a:lnL>
                    <a:lnR>
                      <a:noFill/>
                    </a:lnR>
                    <a:lnT w="4229" cap="flat" cmpd="sng" algn="ctr">
                      <a:solidFill>
                        <a:srgbClr val="A3C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229" cap="flat" cmpd="sng" algn="ctr">
                      <a:solidFill>
                        <a:srgbClr val="A3C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23793">
                <a:tc>
                  <a:txBody>
                    <a:bodyPr/>
                    <a:lstStyle/>
                    <a:p>
                      <a:pPr fontAlgn="t"/>
                      <a:r>
                        <a:rPr lang="en-US" sz="900">
                          <a:effectLst/>
                        </a:rPr>
                        <a:t>Data Requirements</a:t>
                      </a:r>
                    </a:p>
                  </a:txBody>
                  <a:tcPr marL="45643" marR="45643" marT="38036" marB="38036">
                    <a:lnL>
                      <a:noFill/>
                    </a:lnL>
                    <a:lnR>
                      <a:noFill/>
                    </a:lnR>
                    <a:lnT w="4229" cap="flat" cmpd="sng" algn="ctr">
                      <a:solidFill>
                        <a:srgbClr val="A3C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229" cap="flat" cmpd="sng" algn="ctr">
                      <a:solidFill>
                        <a:srgbClr val="A3C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900" dirty="0">
                          <a:effectLst/>
                        </a:rPr>
                        <a:t>Can work with smaller </a:t>
                      </a:r>
                      <a:r>
                        <a:rPr lang="en-US" sz="900" dirty="0" smtClean="0">
                          <a:effectLst/>
                        </a:rPr>
                        <a:t>datasets</a:t>
                      </a:r>
                    </a:p>
                    <a:p>
                      <a:pPr fontAlgn="t"/>
                      <a:r>
                        <a:rPr lang="en-US" sz="900" dirty="0" smtClean="0">
                          <a:effectLst/>
                        </a:rPr>
                        <a:t>*but need to label</a:t>
                      </a:r>
                      <a:r>
                        <a:rPr lang="en-US" sz="900" baseline="0" dirty="0" smtClean="0">
                          <a:effectLst/>
                        </a:rPr>
                        <a:t> each set of input values with the correct output value(s)!</a:t>
                      </a:r>
                      <a:endParaRPr lang="en-US" sz="900" dirty="0">
                        <a:effectLst/>
                      </a:endParaRPr>
                    </a:p>
                  </a:txBody>
                  <a:tcPr marL="45643" marR="45643" marT="38036" marB="38036">
                    <a:lnL>
                      <a:noFill/>
                    </a:lnL>
                    <a:lnR>
                      <a:noFill/>
                    </a:lnR>
                    <a:lnT w="4229" cap="flat" cmpd="sng" algn="ctr">
                      <a:solidFill>
                        <a:srgbClr val="A3C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229" cap="flat" cmpd="sng" algn="ctr">
                      <a:solidFill>
                        <a:srgbClr val="A3C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900" dirty="0">
                          <a:effectLst/>
                        </a:rPr>
                        <a:t>Requires large amounts of </a:t>
                      </a:r>
                      <a:r>
                        <a:rPr lang="en-US" sz="900" dirty="0" smtClean="0">
                          <a:effectLst/>
                        </a:rPr>
                        <a:t>data</a:t>
                      </a:r>
                    </a:p>
                    <a:p>
                      <a:pPr fontAlgn="t"/>
                      <a:r>
                        <a:rPr lang="en-US" sz="900" dirty="0" smtClean="0">
                          <a:effectLst/>
                        </a:rPr>
                        <a:t>*because data is un-labeled!</a:t>
                      </a:r>
                      <a:endParaRPr lang="en-US" sz="900" dirty="0">
                        <a:effectLst/>
                      </a:endParaRPr>
                    </a:p>
                  </a:txBody>
                  <a:tcPr marL="45643" marR="45643" marT="38036" marB="38036">
                    <a:lnL>
                      <a:noFill/>
                    </a:lnL>
                    <a:lnR>
                      <a:noFill/>
                    </a:lnR>
                    <a:lnT w="4229" cap="flat" cmpd="sng" algn="ctr">
                      <a:solidFill>
                        <a:srgbClr val="A3C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229" cap="flat" cmpd="sng" algn="ctr">
                      <a:solidFill>
                        <a:srgbClr val="A3C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60723">
                <a:tc>
                  <a:txBody>
                    <a:bodyPr/>
                    <a:lstStyle/>
                    <a:p>
                      <a:pPr fontAlgn="t"/>
                      <a:r>
                        <a:rPr lang="en-US" sz="900">
                          <a:effectLst/>
                        </a:rPr>
                        <a:t>Feature Engineering</a:t>
                      </a:r>
                    </a:p>
                  </a:txBody>
                  <a:tcPr marL="45643" marR="45643" marT="38036" marB="38036">
                    <a:lnL>
                      <a:noFill/>
                    </a:lnL>
                    <a:lnR>
                      <a:noFill/>
                    </a:lnR>
                    <a:lnT w="4229" cap="flat" cmpd="sng" algn="ctr">
                      <a:solidFill>
                        <a:srgbClr val="A3C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229" cap="flat" cmpd="sng" algn="ctr">
                      <a:solidFill>
                        <a:srgbClr val="A3C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900" dirty="0">
                          <a:effectLst/>
                        </a:rPr>
                        <a:t>Manual feature selection and extraction</a:t>
                      </a:r>
                    </a:p>
                  </a:txBody>
                  <a:tcPr marL="45643" marR="45643" marT="38036" marB="38036">
                    <a:lnL>
                      <a:noFill/>
                    </a:lnL>
                    <a:lnR>
                      <a:noFill/>
                    </a:lnR>
                    <a:lnT w="4229" cap="flat" cmpd="sng" algn="ctr">
                      <a:solidFill>
                        <a:srgbClr val="A3C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229" cap="flat" cmpd="sng" algn="ctr">
                      <a:solidFill>
                        <a:srgbClr val="A3C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900" dirty="0">
                          <a:effectLst/>
                        </a:rPr>
                        <a:t>Automatic feature </a:t>
                      </a:r>
                      <a:r>
                        <a:rPr lang="en-US" sz="900" dirty="0" smtClean="0">
                          <a:effectLst/>
                        </a:rPr>
                        <a:t>learning</a:t>
                      </a:r>
                    </a:p>
                    <a:p>
                      <a:pPr fontAlgn="t"/>
                      <a:r>
                        <a:rPr lang="en-US" sz="900" dirty="0" smtClean="0">
                          <a:effectLst/>
                        </a:rPr>
                        <a:t>*no</a:t>
                      </a:r>
                      <a:r>
                        <a:rPr lang="en-US" sz="900" baseline="0" dirty="0" smtClean="0">
                          <a:effectLst/>
                        </a:rPr>
                        <a:t> need to label data beforehand!</a:t>
                      </a:r>
                      <a:endParaRPr lang="en-US" sz="900" dirty="0">
                        <a:effectLst/>
                      </a:endParaRPr>
                    </a:p>
                  </a:txBody>
                  <a:tcPr marL="45643" marR="45643" marT="38036" marB="38036">
                    <a:lnL>
                      <a:noFill/>
                    </a:lnL>
                    <a:lnR>
                      <a:noFill/>
                    </a:lnR>
                    <a:lnT w="4229" cap="flat" cmpd="sng" algn="ctr">
                      <a:solidFill>
                        <a:srgbClr val="A3C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229" cap="flat" cmpd="sng" algn="ctr">
                      <a:solidFill>
                        <a:srgbClr val="A3C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23793">
                <a:tc>
                  <a:txBody>
                    <a:bodyPr/>
                    <a:lstStyle/>
                    <a:p>
                      <a:pPr fontAlgn="t"/>
                      <a:r>
                        <a:rPr lang="en-US" sz="900">
                          <a:effectLst/>
                        </a:rPr>
                        <a:t>Interpretability</a:t>
                      </a:r>
                    </a:p>
                  </a:txBody>
                  <a:tcPr marL="45643" marR="45643" marT="38036" marB="38036">
                    <a:lnL>
                      <a:noFill/>
                    </a:lnL>
                    <a:lnR>
                      <a:noFill/>
                    </a:lnR>
                    <a:lnT w="4229" cap="flat" cmpd="sng" algn="ctr">
                      <a:solidFill>
                        <a:srgbClr val="A3C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229" cap="flat" cmpd="sng" algn="ctr">
                      <a:solidFill>
                        <a:srgbClr val="A3C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900">
                          <a:effectLst/>
                        </a:rPr>
                        <a:t>Generally more interpretable</a:t>
                      </a:r>
                    </a:p>
                  </a:txBody>
                  <a:tcPr marL="45643" marR="45643" marT="38036" marB="38036">
                    <a:lnL>
                      <a:noFill/>
                    </a:lnL>
                    <a:lnR>
                      <a:noFill/>
                    </a:lnR>
                    <a:lnT w="4229" cap="flat" cmpd="sng" algn="ctr">
                      <a:solidFill>
                        <a:srgbClr val="A3C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229" cap="flat" cmpd="sng" algn="ctr">
                      <a:solidFill>
                        <a:srgbClr val="A3C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900" dirty="0">
                          <a:effectLst/>
                        </a:rPr>
                        <a:t>Can be less interpretable</a:t>
                      </a:r>
                    </a:p>
                  </a:txBody>
                  <a:tcPr marL="45643" marR="45643" marT="38036" marB="38036">
                    <a:lnL>
                      <a:noFill/>
                    </a:lnL>
                    <a:lnR>
                      <a:noFill/>
                    </a:lnR>
                    <a:lnT w="4229" cap="flat" cmpd="sng" algn="ctr">
                      <a:solidFill>
                        <a:srgbClr val="A3C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229" cap="flat" cmpd="sng" algn="ctr">
                      <a:solidFill>
                        <a:srgbClr val="A3C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23793">
                <a:tc>
                  <a:txBody>
                    <a:bodyPr/>
                    <a:lstStyle/>
                    <a:p>
                      <a:pPr fontAlgn="t"/>
                      <a:r>
                        <a:rPr lang="en-US" sz="900">
                          <a:effectLst/>
                        </a:rPr>
                        <a:t>Computational Power</a:t>
                      </a:r>
                    </a:p>
                  </a:txBody>
                  <a:tcPr marL="45643" marR="45643" marT="38036" marB="38036">
                    <a:lnL>
                      <a:noFill/>
                    </a:lnL>
                    <a:lnR>
                      <a:noFill/>
                    </a:lnR>
                    <a:lnT w="4229" cap="flat" cmpd="sng" algn="ctr">
                      <a:solidFill>
                        <a:srgbClr val="A3C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229" cap="flat" cmpd="sng" algn="ctr">
                      <a:solidFill>
                        <a:srgbClr val="A3C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900">
                          <a:effectLst/>
                        </a:rPr>
                        <a:t>Requires less computational power</a:t>
                      </a:r>
                    </a:p>
                  </a:txBody>
                  <a:tcPr marL="45643" marR="45643" marT="38036" marB="38036">
                    <a:lnL>
                      <a:noFill/>
                    </a:lnL>
                    <a:lnR>
                      <a:noFill/>
                    </a:lnR>
                    <a:lnT w="4229" cap="flat" cmpd="sng" algn="ctr">
                      <a:solidFill>
                        <a:srgbClr val="A3C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229" cap="flat" cmpd="sng" algn="ctr">
                      <a:solidFill>
                        <a:srgbClr val="A3C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900" dirty="0">
                          <a:effectLst/>
                        </a:rPr>
                        <a:t>Requires more computational power</a:t>
                      </a:r>
                    </a:p>
                  </a:txBody>
                  <a:tcPr marL="45643" marR="45643" marT="38036" marB="38036">
                    <a:lnL>
                      <a:noFill/>
                    </a:lnL>
                    <a:lnR>
                      <a:noFill/>
                    </a:lnR>
                    <a:lnT w="4229" cap="flat" cmpd="sng" algn="ctr">
                      <a:solidFill>
                        <a:srgbClr val="A3C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229" cap="flat" cmpd="sng" algn="ctr">
                      <a:solidFill>
                        <a:srgbClr val="A3C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60723">
                <a:tc>
                  <a:txBody>
                    <a:bodyPr/>
                    <a:lstStyle/>
                    <a:p>
                      <a:pPr fontAlgn="t"/>
                      <a:r>
                        <a:rPr lang="en-US" sz="900">
                          <a:effectLst/>
                        </a:rPr>
                        <a:t>Examples</a:t>
                      </a:r>
                    </a:p>
                  </a:txBody>
                  <a:tcPr marL="45643" marR="45643" marT="38036" marB="38036">
                    <a:lnL>
                      <a:noFill/>
                    </a:lnL>
                    <a:lnR>
                      <a:noFill/>
                    </a:lnR>
                    <a:lnT w="4229" cap="flat" cmpd="sng" algn="ctr">
                      <a:solidFill>
                        <a:srgbClr val="A3C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229" cap="flat" cmpd="sng" algn="ctr">
                      <a:solidFill>
                        <a:srgbClr val="A3C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900">
                          <a:effectLst/>
                        </a:rPr>
                        <a:t>Spam detection, recommendation systems</a:t>
                      </a:r>
                    </a:p>
                  </a:txBody>
                  <a:tcPr marL="45643" marR="45643" marT="38036" marB="38036">
                    <a:lnL>
                      <a:noFill/>
                    </a:lnL>
                    <a:lnR>
                      <a:noFill/>
                    </a:lnR>
                    <a:lnT w="4229" cap="flat" cmpd="sng" algn="ctr">
                      <a:solidFill>
                        <a:srgbClr val="A3C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229" cap="flat" cmpd="sng" algn="ctr">
                      <a:solidFill>
                        <a:srgbClr val="A3C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900" dirty="0">
                          <a:effectLst/>
                        </a:rPr>
                        <a:t>Image and speech recognition, NLP</a:t>
                      </a:r>
                    </a:p>
                  </a:txBody>
                  <a:tcPr marL="45643" marR="45643" marT="38036" marB="38036">
                    <a:lnL>
                      <a:noFill/>
                    </a:lnL>
                    <a:lnR>
                      <a:noFill/>
                    </a:lnR>
                    <a:lnT w="4229" cap="flat" cmpd="sng" algn="ctr">
                      <a:solidFill>
                        <a:srgbClr val="A3C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229" cap="flat" cmpd="sng" algn="ctr">
                      <a:solidFill>
                        <a:srgbClr val="A3C9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472592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600" dirty="0" smtClean="0"/>
              <a:t>Types of machine learning algorithms</a:t>
            </a:r>
            <a:endParaRPr lang="en-US" sz="36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 smtClean="0"/>
              <a:t>Neural Nets</a:t>
            </a:r>
          </a:p>
          <a:p>
            <a:r>
              <a:rPr lang="en-US" dirty="0" smtClean="0"/>
              <a:t>Tree methods: not complete black box, more interpretable.</a:t>
            </a:r>
          </a:p>
          <a:p>
            <a:pPr lvl="1"/>
            <a:r>
              <a:rPr lang="en-US" dirty="0" smtClean="0"/>
              <a:t>Random Forests</a:t>
            </a:r>
          </a:p>
          <a:p>
            <a:pPr lvl="1"/>
            <a:r>
              <a:rPr lang="en-US" dirty="0" smtClean="0"/>
              <a:t>Gradient Boosting Machines</a:t>
            </a:r>
          </a:p>
          <a:p>
            <a:r>
              <a:rPr lang="en-US" dirty="0" smtClean="0"/>
              <a:t>Regression</a:t>
            </a:r>
          </a:p>
          <a:p>
            <a:pPr lvl="1"/>
            <a:r>
              <a:rPr lang="en-US" dirty="0" smtClean="0"/>
              <a:t>Logistic regression: uses S-shaped function (logistic function)</a:t>
            </a:r>
          </a:p>
          <a:p>
            <a:r>
              <a:rPr lang="en-US" dirty="0" smtClean="0"/>
              <a:t>Support Vector Machines: hyperplane to separate classes</a:t>
            </a:r>
          </a:p>
          <a:p>
            <a:r>
              <a:rPr lang="en-US" dirty="0" smtClean="0"/>
              <a:t>k-Nearest Neighbor / clustering: similarity between neighbors</a:t>
            </a:r>
          </a:p>
          <a:p>
            <a:r>
              <a:rPr lang="en-US" dirty="0" smtClean="0"/>
              <a:t>Naïve Bayes: works well for high-dimension data</a:t>
            </a:r>
          </a:p>
          <a:p>
            <a:r>
              <a:rPr lang="en-US" dirty="0" smtClean="0"/>
              <a:t>Dimensional reduction: PCA (principal component analysis), etc.</a:t>
            </a:r>
          </a:p>
          <a:p>
            <a:endParaRPr lang="en-US" dirty="0" smtClean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240356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ctr"/>
            <a:r>
              <a:rPr lang="en-US" sz="4000" dirty="0" err="1" smtClean="0"/>
              <a:t>PyTorch</a:t>
            </a:r>
            <a:r>
              <a:rPr lang="en-US" sz="4000" dirty="0" smtClean="0"/>
              <a:t> pre-configured model example:</a:t>
            </a:r>
            <a:br>
              <a:rPr lang="en-US" sz="4000" dirty="0" smtClean="0"/>
            </a:br>
            <a:r>
              <a:rPr lang="en-US" sz="4000" dirty="0" smtClean="0"/>
              <a:t>Resnet18</a:t>
            </a:r>
            <a:endParaRPr lang="en-US" sz="40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convolutional neural network (CNN) architecture, specifically an 18-layer deep variant of the </a:t>
            </a:r>
            <a:r>
              <a:rPr lang="en-US" dirty="0" err="1" smtClean="0"/>
              <a:t>ResNet</a:t>
            </a:r>
            <a:r>
              <a:rPr lang="en-US" dirty="0" smtClean="0"/>
              <a:t> (Residual Network) family.</a:t>
            </a:r>
          </a:p>
          <a:p>
            <a:pPr lvl="1"/>
            <a:r>
              <a:rPr lang="en-US" dirty="0" smtClean="0"/>
              <a:t>It's known for its ability to train very deep networks by utilizing residual connections, which help mitigate the vanishing gradient problem.</a:t>
            </a:r>
          </a:p>
          <a:p>
            <a:pPr lvl="1"/>
            <a:r>
              <a:rPr lang="en-US" dirty="0" smtClean="0"/>
              <a:t>ResNet-18 is often used as a starting point for various computer vision tasks, particularly when computational resources are limited.</a:t>
            </a:r>
          </a:p>
          <a:p>
            <a:r>
              <a:rPr lang="en-US" dirty="0" smtClean="0"/>
              <a:t>model = models.resnet18()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6948083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Neural Net Optimizer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Optimizer: adjusts parameters to minimize loss</a:t>
            </a:r>
          </a:p>
          <a:p>
            <a:pPr lvl="1"/>
            <a:r>
              <a:rPr lang="en-US" dirty="0" smtClean="0"/>
              <a:t>Iteratively adjusts </a:t>
            </a:r>
            <a:r>
              <a:rPr lang="en-US" dirty="0" err="1" smtClean="0"/>
              <a:t>params</a:t>
            </a:r>
            <a:r>
              <a:rPr lang="en-US" dirty="0" smtClean="0"/>
              <a:t> based on calculated gradients</a:t>
            </a:r>
          </a:p>
          <a:p>
            <a:r>
              <a:rPr lang="en-US" dirty="0" smtClean="0"/>
              <a:t>Adam </a:t>
            </a:r>
            <a:r>
              <a:rPr lang="en-US" dirty="0"/>
              <a:t>(Adaptive Moment Estimation) is a widely used optimization algorithm in </a:t>
            </a:r>
            <a:r>
              <a:rPr lang="en-US" dirty="0" err="1"/>
              <a:t>PyTorch</a:t>
            </a:r>
            <a:r>
              <a:rPr lang="en-US" dirty="0"/>
              <a:t> for training neural </a:t>
            </a:r>
            <a:r>
              <a:rPr lang="en-US" dirty="0" smtClean="0"/>
              <a:t>networks.</a:t>
            </a:r>
          </a:p>
          <a:p>
            <a:pPr lvl="1"/>
            <a:r>
              <a:rPr lang="en-US" dirty="0" smtClean="0"/>
              <a:t>It </a:t>
            </a:r>
            <a:r>
              <a:rPr lang="en-US" dirty="0"/>
              <a:t>combines the benefits of two other popular optimization algorithms: </a:t>
            </a:r>
            <a:r>
              <a:rPr lang="en-US" dirty="0" err="1"/>
              <a:t>AdaGrad</a:t>
            </a:r>
            <a:r>
              <a:rPr lang="en-US" dirty="0"/>
              <a:t> and </a:t>
            </a:r>
            <a:r>
              <a:rPr lang="en-US" dirty="0" err="1" smtClean="0"/>
              <a:t>RMSProp</a:t>
            </a:r>
            <a:r>
              <a:rPr lang="en-US" dirty="0" smtClean="0"/>
              <a:t>.</a:t>
            </a:r>
          </a:p>
          <a:p>
            <a:pPr lvl="1"/>
            <a:r>
              <a:rPr lang="en-US" dirty="0" smtClean="0"/>
              <a:t>This </a:t>
            </a:r>
            <a:r>
              <a:rPr lang="en-US" dirty="0"/>
              <a:t>combination allows Adam to adapt the learning rates for each parameter individually, making it particularly effective for handling sparse gradients and optimizing non-stationary objectives.</a:t>
            </a:r>
          </a:p>
        </p:txBody>
      </p:sp>
    </p:spTree>
    <p:extLst>
      <p:ext uri="{BB962C8B-B14F-4D97-AF65-F5344CB8AC3E}">
        <p14:creationId xmlns:p14="http://schemas.microsoft.com/office/powerpoint/2010/main" val="364789166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LABAABARwAAuAg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r>
              <a:t>Why PyTorch vs Tensorflow/Jax?</a:t>
            </a:r>
          </a:p>
        </p:txBody>
      </p:sp>
      <p:sp>
        <p:nvSpPr>
          <p:cNvPr id="3" name="SlideText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PhJKaRMAAAAlAAAAZAAAAA0A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NgJAABARwAAsCUAABAAAAAmAAAACAAAAAAAAAAAAAAA"/>
              </a:ext>
            </a:extLst>
          </p:cNvSpPr>
          <p:nvPr>
            <p:ph type="body" idx="1"/>
          </p:nvPr>
        </p:nvSpPr>
        <p:spPr/>
        <p:txBody>
          <a:bodyPr/>
          <a:lstStyle/>
          <a:p>
            <a:pPr>
              <a:defRPr sz="2600" cap="none"/>
            </a:pPr>
            <a:r>
              <a:t>PyTorch used much more in Research / Academia</a:t>
            </a:r>
          </a:p>
          <a:p>
            <a:pPr>
              <a:defRPr sz="2600" cap="none"/>
            </a:pPr>
            <a:r>
              <a:t>PyTorch has dynamic computation graphs</a:t>
            </a:r>
          </a:p>
          <a:p>
            <a:pPr>
              <a:defRPr sz="2600" cap="none"/>
            </a:pPr>
            <a:r>
              <a:t>PyTorch easier to tweak things once you get past the basics</a:t>
            </a:r>
          </a:p>
          <a:p>
            <a:pPr>
              <a:defRPr sz="2600" cap="none"/>
            </a:pPr>
            <a:r>
              <a:t>PyTorch easier to debug</a:t>
            </a:r>
          </a:p>
          <a:p>
            <a:pPr>
              <a:defRPr sz="2600" cap="none"/>
            </a:pPr>
            <a:r>
              <a:t>Why Tensorflow / Jax?</a:t>
            </a:r>
          </a:p>
          <a:p>
            <a:pPr lvl="1">
              <a:defRPr sz="2200" cap="none"/>
            </a:pPr>
            <a:r>
              <a:t>Easier to get started (but harder to tweek afterward)</a:t>
            </a:r>
          </a:p>
          <a:p>
            <a:pPr lvl="1">
              <a:defRPr sz="2200" cap="none"/>
            </a:pPr>
            <a:r>
              <a:t>Jax (also Google) might be taking over from Tensorflow - but not for beginners</a:t>
            </a:r>
          </a:p>
          <a:p>
            <a:pPr lvl="2">
              <a:defRPr sz="1800" cap="none"/>
            </a:pPr>
            <a:r>
              <a:t>Numpy-like syntax </a:t>
            </a:r>
          </a:p>
          <a:p>
            <a:pPr lvl="1">
              <a:defRPr sz="2200" cap="none"/>
            </a:pPr>
            <a:r>
              <a:t>Jax is faster - sometimes 4-5x</a:t>
            </a:r>
          </a:p>
          <a:p>
            <a:pPr lvl="2">
              <a:defRPr sz="1800" cap="none"/>
            </a:pPr>
            <a:r>
              <a:t>Just in time compilation</a:t>
            </a:r>
          </a:p>
          <a:p>
            <a:pPr lvl="2">
              <a:defRPr sz="1800" cap="none"/>
            </a:pPr>
            <a:r>
              <a:t>Accelerated Linear Algebra</a:t>
            </a:r>
          </a:p>
          <a:p>
            <a:pPr lvl="1"/>
            <a:r>
              <a:rPr sz="2200" cap="none"/>
              <a:t>‘J’ is just-in-time compilation, ‘A’ is Automatic Differentiation/Derivative, ‘X’ - Xcelerated Linear Algebra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LABAABARwAAuAgAAAAAAAAmAAAACAAAAAEAAAAAAAAA"/>
              </a:ext>
            </a:extLst>
          </p:cNvSpPr>
          <p:nvPr>
            <p:ph type="title"/>
          </p:nvPr>
        </p:nvSpPr>
        <p:spPr>
          <a:xfrm>
            <a:off x="609600" y="274320"/>
            <a:ext cx="10972800" cy="1143000"/>
          </a:xfrm>
        </p:spPr>
        <p:txBody>
          <a:bodyPr/>
          <a:lstStyle/>
          <a:p>
            <a:r>
              <a:t>Installing PyTorch &amp; CUDA:</a:t>
            </a:r>
          </a:p>
          <a:p>
            <a:r>
              <a:t>https://pytorch.org/get-started/locally/</a:t>
            </a:r>
          </a:p>
        </p:txBody>
      </p:sp>
      <p:sp>
        <p:nvSpPr>
          <p:cNvPr id="3" name="SlideText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PhJKaRMAAAAlAAAAZAAAAA0A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Hs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NgJAABARwAAsCUAABAAAAAmAAAACAAAAAAAAAAAAAAA"/>
              </a:ext>
            </a:extLst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graphicFrame>
        <p:nvGraphicFramePr>
          <p:cNvPr id="4" name="OLEObject1"/>
          <p:cNvGraphicFramePr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7_PhJKaRMAAAAlAAAAMgAAAA8B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AcAAAA4AAAAAAAAAAAAAAAAAAAA////AAAAAAAAAAAAAAAAAAAAAAAAAAAAAAAAAAAAAABkAAAAZAAAAAEAAAAjAAAABAAAAGQAAAAXAAAAFAAAAAAAAAAAAAAA/38AAP9/AAAAAAAACQAAAAQAAAAAAAAAHgAAAGgAAAAAAAAAAAAAAAAAAAAAAAAAAAAAABAnAAAQJwAAAAAAAAAAAAAAAAAAAAAAAAAAAAAAAAAAAAAAAAAAAAAUAAAAAAAAAMDA/wAAAAAAZAAAADIAAAAAAAAAZAAAAAAAAAB/f38AAAAAACIAAAAYAAAAAAAAAAAAAAAAAAAAAAAAAAAAAAAAAAAAJAAAACQAAAAAAAAABwAAAAAAAAAAAAAAAAAAAAAAAAAAAAAAAAAAAH9/fwAlAAAAWAAAAAAAAAAAAAAAAAAAAAAAAAAAAAAAAAAAAAAAAAAAAAAAAAAAAAAAAAAAAAAAPwAAAAAAAACghgEAAAAAAAAAAAAAAAAADAAAAAEAAAAAAAAAAAAAAAAAAAAfAAAAVAAAALvg4wX///8BAAAAAAAAAAAAAAAAAAAAAAAAAAAAAAAAAAAAAAAAAAAAAAACf39/AICAgAPMzMwAwMD/AH9/fwAAAAAAAAAAAAAAAAD///8AAAAAACEAAAAYAAAAFAAAAJ8EAAC3CgAAoEYAAKMkAAAAAAAAJgAAAAgAAAD//////////w=="/>
              </a:ext>
            </a:extLst>
          </p:cNvGraphicFramePr>
          <p:nvPr/>
        </p:nvGraphicFramePr>
        <p:xfrm>
          <a:off x="751205" y="1741805"/>
          <a:ext cx="10729595" cy="421386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54" name="Paint.Picture" r:id="rId3" imgW="7802880" imgH="7802880" progId="Paint.Picture">
                  <p:embed/>
                </p:oleObj>
              </mc:Choice>
              <mc:Fallback>
                <p:oleObj name="Paint.Picture" r:id="rId3" imgW="7802880" imgH="7802880" progId="Paint.Picture">
                  <p:embed/>
                  <p:pic>
                    <p:nvPicPr>
                      <p:cNvPr id="0" name="OLEObject1" descr="image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51205" y="1741805"/>
                        <a:ext cx="10729595" cy="421386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LABAABARwAAuAg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r>
              <a:t>Conda install</a:t>
            </a:r>
          </a:p>
        </p:txBody>
      </p:sp>
      <p:sp>
        <p:nvSpPr>
          <p:cNvPr id="3" name="SlideText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PhJKaRMAAAAlAAAAZAAAAA0A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Pz///8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NgJAABARwAAsCUAABAAAAAmAAAACAAAAAAAAAAAAAAA"/>
              </a:ext>
            </a:extLst>
          </p:cNvSpPr>
          <p:nvPr>
            <p:ph type="body" idx="1"/>
          </p:nvPr>
        </p:nvSpPr>
        <p:spPr/>
        <p:txBody>
          <a:bodyPr/>
          <a:lstStyle/>
          <a:p>
            <a:r>
              <a:t>Prefer using ‘conda install’ over ’pip install’, like:</a:t>
            </a:r>
          </a:p>
          <a:p>
            <a:pPr lvl="1"/>
            <a:r>
              <a:t>conda install pytorch torchvision torchaudio cudatoolkit=10.2 -c</a:t>
            </a:r>
          </a:p>
          <a:p>
            <a:pPr lvl="1"/>
            <a:r>
              <a:t>conda install -c conda-forge tensorboard</a:t>
            </a:r>
          </a:p>
          <a:p>
            <a:pPr lvl="2"/>
            <a:r>
              <a:t>*tensorboard was made for tensorflow BUT can be used w/PyTorch</a:t>
            </a:r>
          </a:p>
          <a:p>
            <a:pPr lvl="1"/>
            <a:r>
              <a:t>pip install torchviz</a:t>
            </a:r>
          </a:p>
          <a:p>
            <a:pPr lvl="2"/>
            <a:r>
              <a:t>*sometimes conda install option not available.</a:t>
            </a:r>
          </a:p>
          <a:p>
            <a:pPr lvl="2"/>
            <a:r>
              <a:t>*Torchviz requires GraphViz to be installed first.</a:t>
            </a:r>
          </a:p>
          <a:p>
            <a:r>
              <a:t>Often need to create environment (like PyTorchStepByStep):</a:t>
            </a:r>
          </a:p>
          <a:p>
            <a:pPr lvl="1"/>
            <a:r>
              <a:t>conda env create -f environment.yaml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LABAABARwAAuAg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r>
              <a:t>Computer PyTorch installs</a:t>
            </a:r>
          </a:p>
        </p:txBody>
      </p:sp>
      <p:sp>
        <p:nvSpPr>
          <p:cNvPr id="3" name="SlideText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PhJKaRMAAAAlAAAAZAAAAA0A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NgJAABARwAAsCUAABAAAAAmAAAACAAAAAAAAAAAAAAA"/>
              </a:ext>
            </a:extLst>
          </p:cNvSpPr>
          <p:nvPr>
            <p:ph type="body" idx="1"/>
          </p:nvPr>
        </p:nvSpPr>
        <p:spPr/>
        <p:txBody>
          <a:bodyPr/>
          <a:lstStyle/>
          <a:p>
            <a:r>
              <a:t>main Win10 Ryzen5 7600X3D 4100Mhz 64gb RTX3060 12gb:</a:t>
            </a:r>
          </a:p>
          <a:p>
            <a:pPr lvl="1"/>
            <a:r>
              <a:t>Has Python 3.9 PyTorch that works in Visual Studio</a:t>
            </a:r>
          </a:p>
          <a:p>
            <a:r>
              <a:t>Ubuntu Ryzen 5 5500 2400Mhz 32gb RTX4060Ti 16gb:</a:t>
            </a:r>
          </a:p>
          <a:p>
            <a:pPr lvl="1">
              <a:defRPr sz="2000" cap="none"/>
            </a:pPr>
            <a:r>
              <a:t>Visual Studio Code will run the conda environments including:</a:t>
            </a:r>
          </a:p>
          <a:p>
            <a:pPr lvl="2">
              <a:defRPr sz="1600" cap="none"/>
            </a:pPr>
            <a:r>
              <a:t>ldm</a:t>
            </a:r>
          </a:p>
          <a:p>
            <a:pPr lvl="2">
              <a:defRPr sz="1600" cap="none"/>
            </a:pPr>
            <a:r>
              <a:t>pytorchbook</a:t>
            </a:r>
          </a:p>
          <a:p>
            <a:pPr lvl="1">
              <a:defRPr sz="2000" cap="none"/>
            </a:pPr>
            <a:r>
              <a:t>*But how to debug on Linux?!?</a:t>
            </a:r>
          </a:p>
          <a:p>
            <a:pPr lvl="1">
              <a:defRPr sz="2000" cap="none"/>
            </a:pPr>
            <a:r>
              <a:t>The pytorch jupyter notebooks seem to work well with it.</a:t>
            </a:r>
          </a:p>
          <a:p>
            <a:pPr lvl="1"/>
            <a:r>
              <a:rPr sz="2000" cap="none"/>
              <a:t>Probably better to ‘conda pytorchnotebook’ and then ‘code’ to get into Visual Studio Code</a:t>
            </a:r>
          </a:p>
          <a:p>
            <a:r>
              <a:t>Laptop Win11 i5-134020H 2100Mhz 16gb RTX4050 6gb:</a:t>
            </a:r>
          </a:p>
          <a:p>
            <a:pPr lvl="1"/>
            <a:r>
              <a:t>Has Python 3.9 PyTorch that works in Visual Studio</a:t>
            </a:r>
          </a:p>
          <a:p>
            <a:r>
              <a:t>Gaming Win11 Ryzen9 7900X(12c) 32gb RTX5070 12gb</a:t>
            </a:r>
          </a:p>
          <a:p>
            <a:r>
              <a:t>Mac Mini 16GB: PyTorch is possible but slow</a:t>
            </a:r>
          </a:p>
          <a:p>
            <a:pPr lvl="1"/>
            <a:endParaRPr/>
          </a:p>
          <a:p>
            <a:pPr lvl="1"/>
            <a:endParaRPr/>
          </a:p>
          <a:p>
            <a:pPr lvl="1"/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LABAABARwAAuAg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r>
              <a:t>Books and what they cover</a:t>
            </a:r>
          </a:p>
        </p:txBody>
      </p:sp>
      <p:sp>
        <p:nvSpPr>
          <p:cNvPr id="3" name="SlideText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PhJKaRMAAAAlAAAAZAAAAA0A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BI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NgJAABARwAAsCUAABAAAAAmAAAACAAAAAAAAAAAAAAA"/>
              </a:ext>
            </a:extLst>
          </p:cNvSpPr>
          <p:nvPr>
            <p:ph type="body" idx="1"/>
          </p:nvPr>
        </p:nvSpPr>
        <p:spPr/>
        <p:txBody>
          <a:bodyPr/>
          <a:lstStyle/>
          <a:p>
            <a:pPr>
              <a:defRPr sz="2400" cap="none"/>
            </a:pPr>
            <a:r>
              <a:t>Deep Learning with PyTorch step-by-step :</a:t>
            </a:r>
          </a:p>
          <a:p>
            <a:pPr lvl="1">
              <a:defRPr sz="2000" cap="none"/>
            </a:pPr>
            <a:r>
              <a:t>Daniel Voigt Godoy, 2024 v1.2, PyTorch</a:t>
            </a:r>
          </a:p>
          <a:p>
            <a:pPr lvl="1">
              <a:defRPr sz="2000" cap="none"/>
            </a:pPr>
            <a:r>
              <a:t>Have paperback &amp; Kindle version. There is Volume II and III, though, I don’t have.</a:t>
            </a:r>
          </a:p>
          <a:p>
            <a:pPr lvl="1">
              <a:defRPr sz="2000" cap="none"/>
            </a:pPr>
            <a:r>
              <a:t>\git\PyTorchStepByStep</a:t>
            </a:r>
          </a:p>
          <a:p>
            <a:pPr>
              <a:defRPr sz="2400" cap="none"/>
            </a:pPr>
            <a:r>
              <a:t>Deep Learning with PyTorch:</a:t>
            </a:r>
          </a:p>
          <a:p>
            <a:pPr lvl="1">
              <a:defRPr sz="2000" cap="none"/>
            </a:pPr>
            <a:r>
              <a:t>Stevens / Antiga / Viehmann, 2020, PyTorch</a:t>
            </a:r>
          </a:p>
          <a:p>
            <a:pPr lvl="1">
              <a:defRPr sz="2000" cap="none"/>
            </a:pPr>
            <a:r>
              <a:t>\git\dlwpt-code</a:t>
            </a:r>
          </a:p>
          <a:p>
            <a:pPr lvl="1">
              <a:defRPr sz="2000" cap="none"/>
            </a:pPr>
            <a:r>
              <a:t>Have paperback.</a:t>
            </a:r>
          </a:p>
          <a:p>
            <a:pPr>
              <a:defRPr sz="2400" cap="none"/>
            </a:pPr>
            <a:r>
              <a:t>Deep Learning for Dummies 2019:</a:t>
            </a:r>
          </a:p>
          <a:p>
            <a:pPr lvl="1">
              <a:defRPr sz="2000" cap="none"/>
            </a:pPr>
            <a:r>
              <a:t>Tensorflow &amp; Keras</a:t>
            </a:r>
          </a:p>
          <a:p>
            <a:pPr lvl="1">
              <a:defRPr sz="2000" cap="none"/>
            </a:pPr>
            <a:r>
              <a:t>\git\dl4dummies</a:t>
            </a:r>
          </a:p>
          <a:p>
            <a:pPr>
              <a:defRPr sz="2400" cap="none"/>
            </a:pPr>
            <a:r>
              <a:t>Deep Learning with Python 2018:</a:t>
            </a:r>
          </a:p>
          <a:p>
            <a:pPr lvl="1">
              <a:defRPr sz="2000" cap="none"/>
            </a:pPr>
            <a:r>
              <a:t>Tensorflow &amp; Keras</a:t>
            </a:r>
          </a:p>
          <a:p>
            <a:pPr lvl="1"/>
            <a:r>
              <a:rPr sz="2000" cap="none"/>
              <a:t>\git\deep-learning-with-python-notebooks</a:t>
            </a:r>
            <a:endParaRPr sz="2400" cap="none"/>
          </a:p>
          <a:p>
            <a:endParaRPr sz="2400" cap="none"/>
          </a:p>
          <a:p>
            <a:endParaRPr sz="2400" cap="none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LABAABARwAAuAg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r>
              <a:t>Dynamic Computation Graph</a:t>
            </a:r>
          </a:p>
        </p:txBody>
      </p:sp>
      <p:sp>
        <p:nvSpPr>
          <p:cNvPr id="3" name="SlideText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PhJKaRMAAAAlAAAAZAAAAA0A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NgJAABARwAAsCUAABAAAAAmAAAACAAAAAAAAAAAAAAA"/>
              </a:ext>
            </a:extLst>
          </p:cNvSpPr>
          <p:nvPr>
            <p:ph type="body" idx="1"/>
          </p:nvPr>
        </p:nvSpPr>
        <p:spPr/>
        <p:txBody>
          <a:bodyPr/>
          <a:lstStyle/>
          <a:p>
            <a:r>
              <a:t>DAG (Directed Acyclic Graph) of operations</a:t>
            </a:r>
          </a:p>
          <a:p>
            <a:pPr lvl="1"/>
            <a:r>
              <a:t>Allows models to optimized at run-time:</a:t>
            </a:r>
          </a:p>
          <a:p>
            <a:pPr lvl="2"/>
            <a:r>
              <a:t>Can change shape/size and operations after each iteration if needed</a:t>
            </a:r>
          </a:p>
          <a:p>
            <a:pPr lvl="1"/>
            <a:endParaRPr/>
          </a:p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LABAABARwAAuAg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r>
              <a:t>Inherit from nn.Module to create Neural Net</a:t>
            </a:r>
          </a:p>
        </p:txBody>
      </p:sp>
      <p:sp>
        <p:nvSpPr>
          <p:cNvPr id="3" name="SlideText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PhJKaRMAAAAlAAAAZAAAAA0A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NgJAABARwAAsCUAABAAAAAmAAAACAAAAAAAAAAAAAAA"/>
              </a:ext>
            </a:extLst>
          </p:cNvSpPr>
          <p:nvPr>
            <p:ph type="body" idx="1"/>
          </p:nvPr>
        </p:nvSpPr>
        <p:spPr/>
        <p:txBody>
          <a:bodyPr/>
          <a:lstStyle/>
          <a:p>
            <a:r>
              <a:t>class MyNet(nn.Module):</a:t>
            </a:r>
          </a:p>
          <a:p>
            <a:pPr lvl="1"/>
            <a:r>
              <a:t>def __init__(self):</a:t>
            </a:r>
          </a:p>
          <a:p>
            <a:pPr lvl="2"/>
            <a:r>
              <a:t># Init the neural network</a:t>
            </a:r>
          </a:p>
          <a:p>
            <a:pPr lvl="2"/>
            <a:r>
              <a:t>super.__init__()</a:t>
            </a:r>
          </a:p>
          <a:p>
            <a:pPr lvl="2"/>
            <a:r>
              <a:t># Flatten data, such as 28x28 image to linear array/tensor.</a:t>
            </a:r>
          </a:p>
          <a:p>
            <a:pPr lvl="2"/>
            <a:r>
              <a:t>self.flatten = nn.Flatten()</a:t>
            </a:r>
          </a:p>
          <a:p>
            <a:pPr lvl="2"/>
            <a:r>
              <a:t># Add layers as needed:</a:t>
            </a:r>
          </a:p>
          <a:p>
            <a:pPr lvl="2"/>
            <a:r>
              <a:t>self.linear_relu_stack = nn.Sequential(</a:t>
            </a:r>
          </a:p>
          <a:p>
            <a:pPr lvl="3"/>
            <a:r>
              <a:t>nn.Linear(28*28, 512),</a:t>
            </a:r>
          </a:p>
          <a:p>
            <a:pPr lvl="3"/>
            <a:r>
              <a:t>nn.ReLU(), # Linear activation function outputs node or zero if not important.</a:t>
            </a:r>
          </a:p>
          <a:p>
            <a:pPr lvl="3"/>
            <a:r>
              <a:t>nn.Linear(512,512),</a:t>
            </a:r>
          </a:p>
          <a:p>
            <a:pPr lvl="3"/>
            <a:r>
              <a:t>nn.Linear(512,10)) # Output the 10 labels the model is trying to predict.</a:t>
            </a:r>
          </a:p>
          <a:p>
            <a:pPr lvl="2"/>
            <a:endParaRPr/>
          </a:p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LABAABARwAAuAg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r>
              <a:rPr lang="en-US" cap="none"/>
              <a:t>TorchVision</a:t>
            </a:r>
          </a:p>
        </p:txBody>
      </p:sp>
      <p:sp>
        <p:nvSpPr>
          <p:cNvPr id="3" name="Content Placeholder 2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PhJKaRMAAAAlAAAAZAAAAA0A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NgJAABARwAAchIAABAAAAAmAAAACAAAAAEAAAAAAAAA"/>
              </a:ext>
            </a:extLst>
          </p:cNvSpPr>
          <p:nvPr>
            <p:ph type="body" idx="1"/>
          </p:nvPr>
        </p:nvSpPr>
        <p:spPr>
          <a:xfrm>
            <a:off x="609600" y="1600200"/>
            <a:ext cx="10972800" cy="1398270"/>
          </a:xfrm>
        </p:spPr>
        <p:txBody>
          <a:bodyPr/>
          <a:lstStyle/>
          <a:p>
            <a:r>
              <a:rPr lang="en-US" cap="none"/>
              <a:t>Transforms / datasets / models for computer vision</a:t>
            </a:r>
          </a:p>
          <a:p>
            <a:r>
              <a:rPr lang="en-US" cap="none"/>
              <a:t>Models such as:</a:t>
            </a:r>
          </a:p>
          <a:p>
            <a:pPr lvl="1"/>
            <a:r>
              <a:rPr lang="en-US" cap="none"/>
              <a:t>resnet18: convolutional NN that is 18 layers deep</a:t>
            </a:r>
          </a:p>
          <a:p>
            <a:pPr lvl="1"/>
            <a:r>
              <a:rPr lang="en-US" cap="none"/>
              <a:t>resnet50, resnet101, etc.</a:t>
            </a:r>
          </a:p>
          <a:p>
            <a:pPr lvl="1"/>
            <a:r>
              <a:rPr lang="en-US" cap="none"/>
              <a:t>EfficientNet?</a:t>
            </a:r>
          </a:p>
          <a:p>
            <a:pPr lvl="1"/>
            <a:r>
              <a:rPr lang="en-US" cap="none"/>
              <a:t>Swin Transformers?</a:t>
            </a:r>
          </a:p>
          <a:p>
            <a:pPr lvl="1"/>
            <a:endParaRPr lang="en-US" cap="none"/>
          </a:p>
          <a:p>
            <a:pPr marL="0" indent="0">
              <a:buNone/>
            </a:pPr>
            <a:endParaRPr lang="en-US" cap="none"/>
          </a:p>
          <a:p>
            <a:pPr marL="0" indent="0">
              <a:buNone/>
            </a:pPr>
            <a:endParaRPr lang="en-US" cap="none"/>
          </a:p>
        </p:txBody>
      </p:sp>
      <p:sp>
        <p:nvSpPr>
          <p:cNvPr id="4" name="Date Placeholder 3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BsnAAA/FQAAWSkAABAAAAAmAAAACAAAAAAAAAAAAAAA"/>
              </a:ext>
            </a:extLst>
          </p:cNvSpPr>
          <p:nvPr>
            <p:ph type="dt" sz="quarter" idx="10"/>
          </p:nvPr>
        </p:nvSpPr>
        <p:spPr/>
        <p:txBody>
          <a:bodyPr/>
          <a:lstStyle/>
          <a:p>
            <a:fld id="{0CA7B3A4-EAE1-F245-AF1F-1C10FD515949}" type="datetime1">
              <a:rPr lang="en-US" cap="none"/>
              <a:t>1/12/2026</a:t>
            </a:fld>
            <a:endParaRPr lang="en-US" cap="none"/>
          </a:p>
        </p:txBody>
      </p:sp>
      <p:sp>
        <p:nvSpPr>
          <p:cNvPr id="5" name="Slide Number Placeholder 4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PcgBUU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TUAABsnAABARwAAWSkAABAAAAAmAAAACAAAAAAAAAAAAAAA"/>
              </a:ext>
            </a:extLst>
          </p:cNvSpPr>
          <p:nvPr>
            <p:ph type="sldNum" sz="quarter" idx="12"/>
          </p:nvPr>
        </p:nvSpPr>
        <p:spPr/>
        <p:txBody>
          <a:bodyPr/>
          <a:lstStyle/>
          <a:p>
            <a:fld id="{0CA7938C-C2E1-F265-AF1F-3430DD515961}" type="slidenum">
              <a:rPr lang="en-US" cap="none"/>
              <a:t>15</a:t>
            </a:fld>
            <a:endParaRPr lang="en-US" cap="none"/>
          </a:p>
        </p:txBody>
      </p:sp>
      <p:sp>
        <p:nvSpPr>
          <p:cNvPr id="6" name="TextBox 5"/>
          <p:cNvSpPr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PhJKaRMAAAAlAAAAZAAAAE0A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APAAAAAQAAACMAAAAjAAAAIwAAAB4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u+DjBf///wEAAAAAAAAAAAAAAAAAAAAAAAAAAAAAAAAAAAAAAAAAAAAAAAB/f38AgICAA8zMzADAwP8Af39/AAAAAAAAAAAAAAAAAAAAAAAAAAAAIQAAABgAAAAUAAAA1gQAAEYbAABwJAAAESYAABAgAAAmAAAACAAAAP//////////"/>
              </a:ext>
            </a:extLst>
          </p:cNvSpPr>
          <p:nvPr/>
        </p:nvSpPr>
        <p:spPr>
          <a:xfrm>
            <a:off x="786130" y="4433570"/>
            <a:ext cx="5137150" cy="175450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91440" tIns="45720" rIns="91440" bIns="45720" numCol="1" spcCol="215900" anchor="t"/>
          <a:lstStyle/>
          <a:p>
            <a:r>
              <a:rPr lang="en-US" cap="none"/>
              <a:t>transform = transforms.Compose([</a:t>
            </a:r>
          </a:p>
          <a:p>
            <a:r>
              <a:rPr lang="en-US" cap="none"/>
              <a:t>    transforms.Resize((img_size, img_size)),</a:t>
            </a:r>
          </a:p>
          <a:p>
            <a:r>
              <a:rPr lang="en-US" cap="none"/>
              <a:t>    transforms.ToTensor(),</a:t>
            </a:r>
          </a:p>
          <a:p>
            <a:r>
              <a:rPr lang="en-US" cap="none"/>
              <a:t>    transforms.Normalize(mean=[0.485, 0.456, 0.406],</a:t>
            </a:r>
          </a:p>
          <a:p>
            <a:r>
              <a:rPr lang="en-US" cap="none"/>
              <a:t>                         std=[0.229, 0.224, 0.225]),</a:t>
            </a:r>
          </a:p>
          <a:p>
            <a:r>
              <a:rPr lang="en-US" cap="none"/>
              <a:t>])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LABAABARwAAuAg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r>
              <a:rPr lang="en-US" cap="none"/>
              <a:t>TorchAudio</a:t>
            </a:r>
          </a:p>
        </p:txBody>
      </p:sp>
      <p:sp>
        <p:nvSpPr>
          <p:cNvPr id="3" name="Content Placeholder 2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PhJKaRMAAAAlAAAAZAAAAA0A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NgJAABARwAAsCUAABAAAAAmAAAACAAAAAAAAAAAAAAA"/>
              </a:ext>
            </a:extLst>
          </p:cNvSpPr>
          <p:nvPr>
            <p:ph type="body" idx="1"/>
          </p:nvPr>
        </p:nvSpPr>
        <p:spPr/>
        <p:txBody>
          <a:bodyPr/>
          <a:lstStyle/>
          <a:p>
            <a:r>
              <a:t>Speech Recognition</a:t>
            </a:r>
          </a:p>
          <a:p>
            <a:r>
              <a:t>Wave data-to-vector transforms</a:t>
            </a:r>
          </a:p>
          <a:p>
            <a:endParaRPr/>
          </a:p>
          <a:p>
            <a:endParaRPr/>
          </a:p>
        </p:txBody>
      </p:sp>
      <p:sp>
        <p:nvSpPr>
          <p:cNvPr id="4" name="Date Placeholder 3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BsnAAA/FQAAWSkAABAAAAAmAAAACAAAAAAAAAAAAAAA"/>
              </a:ext>
            </a:extLst>
          </p:cNvSpPr>
          <p:nvPr>
            <p:ph type="dt" sz="quarter" idx="10"/>
          </p:nvPr>
        </p:nvSpPr>
        <p:spPr/>
        <p:txBody>
          <a:bodyPr/>
          <a:lstStyle/>
          <a:p>
            <a:fld id="{0CA782CB-85E1-F274-AF1F-7321CC515926}" type="datetime1">
              <a:rPr lang="en-US" cap="none"/>
              <a:t>1/12/2026</a:t>
            </a:fld>
            <a:endParaRPr lang="en-US" cap="none"/>
          </a:p>
        </p:txBody>
      </p:sp>
      <p:sp>
        <p:nvSpPr>
          <p:cNvPr id="5" name="Slide Number Placeholder 4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TUAABsnAABARwAAWSkAABAAAAAmAAAACAAAAAAAAAAAAAAA"/>
              </a:ext>
            </a:extLst>
          </p:cNvSpPr>
          <p:nvPr>
            <p:ph type="sldNum" sz="quarter" idx="12"/>
          </p:nvPr>
        </p:nvSpPr>
        <p:spPr/>
        <p:txBody>
          <a:bodyPr/>
          <a:lstStyle/>
          <a:p>
            <a:fld id="{0CA7D267-29E1-F224-AF1F-DF719C51598A}" type="slidenum">
              <a:rPr lang="en-US" cap="none"/>
              <a:t>16</a:t>
            </a:fld>
            <a:endParaRPr lang="en-US" cap="none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LABAABARwAAuAg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r>
              <a:t>CNN = Convolutional Neural Net</a:t>
            </a:r>
          </a:p>
        </p:txBody>
      </p:sp>
      <p:sp>
        <p:nvSpPr>
          <p:cNvPr id="3" name="SlideText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PhJKaRMAAAAlAAAAZAAAAA0A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NgJAABARwAAsCUAABAAAAAmAAAACAAAAAAAAAAAAAAA"/>
              </a:ext>
            </a:extLst>
          </p:cNvSpPr>
          <p:nvPr>
            <p:ph type="body" idx="1"/>
          </p:nvPr>
        </p:nvSpPr>
        <p:spPr/>
        <p:txBody>
          <a:bodyPr/>
          <a:lstStyle/>
          <a:p>
            <a:pPr>
              <a:defRPr sz="2800" cap="none"/>
            </a:pPr>
            <a:r>
              <a:t>Convolution combines two math functions to produce a third</a:t>
            </a:r>
          </a:p>
          <a:p>
            <a:pPr lvl="1">
              <a:defRPr sz="2400" cap="none"/>
            </a:pPr>
            <a:r>
              <a:t>Conv2D is used for 2D-image convolution</a:t>
            </a:r>
          </a:p>
          <a:p>
            <a:pPr>
              <a:defRPr sz="2800" cap="none"/>
            </a:pPr>
            <a:r>
              <a:t>In image recognition, images are filtered for various features</a:t>
            </a:r>
          </a:p>
          <a:p>
            <a:pPr lvl="1">
              <a:defRPr sz="2400" cap="none"/>
            </a:pPr>
            <a:r>
              <a:t>Kernels = learnable filters that are adjusted during training</a:t>
            </a:r>
          </a:p>
          <a:p>
            <a:pPr lvl="1">
              <a:defRPr sz="2400" cap="none"/>
            </a:pPr>
            <a:r>
              <a:t>Detect on the filtered image (ReLU)</a:t>
            </a:r>
          </a:p>
          <a:p>
            <a:pPr>
              <a:defRPr sz="2800" cap="none"/>
            </a:pPr>
            <a:r>
              <a:t>The filters/kernels are slid over the input image to create a product at each position, followed by summation to produce an output feature map</a:t>
            </a:r>
          </a:p>
          <a:p>
            <a:pPr>
              <a:defRPr sz="2800" cap="none"/>
            </a:pPr>
            <a:r>
              <a:t>bias = offsets or shift adjustment</a:t>
            </a:r>
          </a:p>
          <a:p>
            <a:pPr>
              <a:defRPr sz="2800" cap="none"/>
            </a:pPr>
            <a:r>
              <a:t>CNN usually uses multiple filters simultaneously</a:t>
            </a:r>
          </a:p>
          <a:p>
            <a:pPr lvl="1">
              <a:defRPr sz="2400" cap="none"/>
            </a:pPr>
            <a:r>
              <a:t>Many features in each layer</a:t>
            </a:r>
          </a:p>
          <a:p>
            <a:pPr lvl="1"/>
            <a:r>
              <a:rPr sz="2400" cap="none"/>
              <a:t>Many layers allow complex heirarchical combos of features</a:t>
            </a:r>
          </a:p>
          <a:p>
            <a:pPr lvl="1"/>
            <a:endParaRPr sz="2400" cap="none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LABAABARwAAuAg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r>
              <a:t>ReLU function</a:t>
            </a:r>
          </a:p>
          <a:p>
            <a:r>
              <a:t>Rectified Linear Unit</a:t>
            </a:r>
          </a:p>
        </p:txBody>
      </p:sp>
      <p:sp>
        <p:nvSpPr>
          <p:cNvPr id="3" name="SlideText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PhJKaRMAAAAlAAAAZAAAAA0A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NgJAAARRwAAihIAABAAAAAmAAAACAAAAAEAAAAAAAAA"/>
              </a:ext>
            </a:extLst>
          </p:cNvSpPr>
          <p:nvPr>
            <p:ph type="body" idx="1"/>
          </p:nvPr>
        </p:nvSpPr>
        <p:spPr>
          <a:xfrm>
            <a:off x="609600" y="1600200"/>
            <a:ext cx="10942955" cy="1413510"/>
          </a:xfrm>
        </p:spPr>
        <p:txBody>
          <a:bodyPr/>
          <a:lstStyle/>
          <a:p>
            <a:r>
              <a:t>Introduces non-linear element to learn complex non-linear relationships</a:t>
            </a:r>
          </a:p>
          <a:p>
            <a:r>
              <a:t>Simple function: ReLU(x) = max(0, x)</a:t>
            </a:r>
          </a:p>
          <a:p>
            <a:r>
              <a:t>ReLU variants:</a:t>
            </a:r>
          </a:p>
          <a:p>
            <a:pPr lvl="1"/>
            <a:r>
              <a:t>Leaky ReLU() = max(alpha*x, x). Small slope for negative part.</a:t>
            </a:r>
          </a:p>
          <a:p>
            <a:pPr lvl="1"/>
            <a:r>
              <a:t>Parametric ReLU - has slope that is learned during training</a:t>
            </a:r>
          </a:p>
          <a:p>
            <a:pPr lvl="1"/>
            <a:r>
              <a:t>Exponential Linear ELU - for very small inputs</a:t>
            </a:r>
          </a:p>
          <a:p>
            <a:endParaRPr/>
          </a:p>
        </p:txBody>
      </p:sp>
      <p:pic>
        <p:nvPicPr>
          <p:cNvPr id="4" name="Picture1"/>
          <p:cNvPicPr>
            <a:picLocks noChangeAspect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7_PhJKaRMAAAAlAAAAEQAAAC8B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AcAAAA4AAAAAAAAAAAAAAAAAAAA////AAAAAAAAAAAAAAAAAAAAAAAAAAAAAAAAAAAAAABkAAAAZAAAAAAAAAAjAAAABAAAAGQAAAAXAAAAFAAAAAAAAAAAAAAA/38AAP9/AAAAAAAACQAAAAQAAADXMc/nHgAAAGgAAAAAAAAAAAAAAAAAAAAAAAAAAAAAABAnAAAQJwAAAAAAAAAAAAAAAAAAAAAAAAAAAAAAAAAAAAAAAAAAAAAUAAAAAAAAAMDA/wAAAAAAZAAAADIAAAAAAAAAZAAAAAAAAAB/f38ACgAAACIAAAAYAAAAAAAAAAAAAAAAAAAAAAAAAAAAAAAAAAAAJAAAACQAAAAAAAAABwAAAAAAAAAAAAAAAAAAAAAAAAAAAAAAAAAAAH9/fwAlAAAAWAAAAAAAAAAAAAAAAAAAAAAAAAAAAAAAAAAAAAAAAAAAAAAAAAAAAAAAAAAAAAAAPwAAAAAAAACghgEAAAAAAAAAAAAAAAAADAAAAAEAAAAAAAAAAAAAAAAAAAAfAAAAVAAAALvg4wX///8BAAAAAAAAAAAAAAAAAAAAAAAAAAAAAAAAAAAAAAAAAAAAAAACf39/AICAgAPMzMwAwMD/AH9/fwAAAAAAAAAAAAAAAAD///8AAAAAACEAAAAYAAAAFAAAACITAAC4FgAAyi4AANgmAAAQAAAAJgAAAAgAAAD//////////w=="/>
              </a:ext>
            </a:extLst>
          </p:cNvPicPr>
          <p:nvPr/>
        </p:nvPicPr>
        <p:blipFill>
          <a:blip r:embed="rId2"/>
          <a:stretch>
            <a:fillRect/>
          </a:stretch>
        </p:blipFill>
        <p:spPr>
          <a:xfrm>
            <a:off x="3110230" y="3693160"/>
            <a:ext cx="4495800" cy="2621280"/>
          </a:xfrm>
          <a:prstGeom prst="rect">
            <a:avLst/>
          </a:prstGeom>
          <a:noFill/>
          <a:ln>
            <a:noFill/>
          </a:ln>
          <a:effectLst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LABAABARwAAuAg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r>
              <a:t>Fully connected layers at end</a:t>
            </a:r>
          </a:p>
          <a:p>
            <a:r>
              <a:t>for classification or regression tasks</a:t>
            </a:r>
          </a:p>
        </p:txBody>
      </p:sp>
      <p:sp>
        <p:nvSpPr>
          <p:cNvPr id="3" name="SlideText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PhJKaRMAAAAlAAAAZAAAAA0A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NgJAABARwAAsCUAABAAAAAmAAAACAAAAAAAAAAAAAAA"/>
              </a:ext>
            </a:extLst>
          </p:cNvSpPr>
          <p:nvPr>
            <p:ph type="body" idx="1"/>
          </p:nvPr>
        </p:nvSpPr>
        <p:spPr/>
        <p:txBody>
          <a:bodyPr/>
          <a:lstStyle/>
          <a:p>
            <a:r>
              <a:t>Can be multiple fully connected layers</a:t>
            </a:r>
          </a:p>
          <a:p>
            <a:r>
              <a:t>Combines the previous convolutional layers to bring everything together to give final classification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LABAABARwAAuAg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Object Detection models</a:t>
            </a:r>
          </a:p>
          <a:p>
            <a:r>
              <a:rPr dirty="0"/>
              <a:t>recognize multiple objects in same </a:t>
            </a:r>
            <a:r>
              <a:rPr dirty="0" smtClean="0"/>
              <a:t>image</a:t>
            </a:r>
            <a:endParaRPr dirty="0"/>
          </a:p>
        </p:txBody>
      </p:sp>
      <p:sp>
        <p:nvSpPr>
          <p:cNvPr id="3" name="SlideText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PhJKaRMAAAAlAAAAZAAAAA0A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F8AY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NgJAABARwAAsCUAAAAAAAAmAAAACAAAAAEAAAAAAAAA"/>
              </a:ext>
            </a:extLst>
          </p:cNvSpPr>
          <p:nvPr>
            <p:ph type="body" idx="1"/>
          </p:nvPr>
        </p:nvSpPr>
        <p:spPr>
          <a:xfrm>
            <a:off x="609600" y="1600200"/>
            <a:ext cx="10972800" cy="4526280"/>
          </a:xfrm>
        </p:spPr>
        <p:txBody>
          <a:bodyPr/>
          <a:lstStyle/>
          <a:p>
            <a:r>
              <a:rPr lang="en-US" sz="2400" dirty="0" smtClean="0"/>
              <a:t>*See separate PPT on </a:t>
            </a:r>
            <a:r>
              <a:rPr lang="en-US" sz="2400" dirty="0" err="1" smtClean="0"/>
              <a:t>ObjectDetection</a:t>
            </a:r>
            <a:endParaRPr lang="en-US" sz="2400" dirty="0" smtClean="0"/>
          </a:p>
          <a:p>
            <a:r>
              <a:rPr sz="2400" dirty="0" smtClean="0"/>
              <a:t>YOLO </a:t>
            </a:r>
            <a:r>
              <a:rPr sz="2400" dirty="0"/>
              <a:t>- You Only Look Once - single stage/pass</a:t>
            </a:r>
          </a:p>
          <a:p>
            <a:pPr lvl="1"/>
            <a:r>
              <a:rPr sz="2000" dirty="0" err="1"/>
              <a:t>Darknet</a:t>
            </a:r>
            <a:r>
              <a:rPr sz="2000" dirty="0"/>
              <a:t> latest version is v4 but is continually being improved</a:t>
            </a:r>
          </a:p>
          <a:p>
            <a:pPr lvl="2">
              <a:defRPr cap="none">
                <a:hlinkClick r:id="rId2"/>
              </a:defRPr>
            </a:pPr>
            <a:r>
              <a:rPr sz="1800" dirty="0">
                <a:hlinkClick r:id="rId2"/>
              </a:rPr>
              <a:t>https://www.ccoderun.ca/programming/yolo_faq/</a:t>
            </a:r>
          </a:p>
          <a:p>
            <a:pPr lvl="2"/>
            <a:r>
              <a:rPr sz="1800" dirty="0"/>
              <a:t>https://github.com/hank-ai/darknet</a:t>
            </a:r>
          </a:p>
          <a:p>
            <a:pPr lvl="1"/>
            <a:r>
              <a:rPr sz="2000" dirty="0"/>
              <a:t>Non-</a:t>
            </a:r>
            <a:r>
              <a:rPr sz="2000" dirty="0" err="1"/>
              <a:t>Darknet</a:t>
            </a:r>
            <a:r>
              <a:rPr sz="2000" dirty="0"/>
              <a:t> versions are v5+</a:t>
            </a:r>
          </a:p>
          <a:p>
            <a:pPr lvl="2"/>
            <a:r>
              <a:rPr sz="1800" dirty="0"/>
              <a:t>*Note that </a:t>
            </a:r>
            <a:r>
              <a:rPr lang="en-US" sz="1800" dirty="0" err="1" smtClean="0"/>
              <a:t>U</a:t>
            </a:r>
            <a:r>
              <a:rPr sz="1800" dirty="0" err="1" smtClean="0"/>
              <a:t>ltralytics</a:t>
            </a:r>
            <a:r>
              <a:rPr sz="1800" dirty="0" smtClean="0"/>
              <a:t> </a:t>
            </a:r>
            <a:r>
              <a:rPr sz="1800" dirty="0"/>
              <a:t>does not own Yolo! You can make these models on your own, but they do provide pre-trained </a:t>
            </a:r>
            <a:r>
              <a:rPr sz="1800" dirty="0" smtClean="0"/>
              <a:t>weights</a:t>
            </a:r>
            <a:r>
              <a:rPr lang="en-US" sz="1800" dirty="0" smtClean="0"/>
              <a:t> and super-easy python library (pay if commercial)</a:t>
            </a:r>
            <a:r>
              <a:rPr sz="1800" dirty="0" smtClean="0"/>
              <a:t>.</a:t>
            </a:r>
            <a:endParaRPr sz="1800" dirty="0"/>
          </a:p>
          <a:p>
            <a:pPr lvl="2"/>
            <a:r>
              <a:rPr sz="1800" dirty="0"/>
              <a:t>v5: </a:t>
            </a:r>
            <a:r>
              <a:rPr sz="1800" cap="none" dirty="0">
                <a:hlinkClick r:id="rId3"/>
              </a:rPr>
              <a:t>https://github.com/ultralytics/yolov5</a:t>
            </a:r>
          </a:p>
          <a:p>
            <a:pPr lvl="2"/>
            <a:r>
              <a:rPr sz="1800" dirty="0"/>
              <a:t>v11: </a:t>
            </a:r>
            <a:r>
              <a:rPr sz="1800" cap="none" dirty="0">
                <a:hlinkClick r:id="rId4"/>
              </a:rPr>
              <a:t>https://github.com/ultralytics/ultralytics</a:t>
            </a:r>
          </a:p>
          <a:p>
            <a:pPr lvl="2"/>
            <a:endParaRPr sz="1800" cap="none" dirty="0">
              <a:hlinkClick r:id="rId4"/>
            </a:endParaRPr>
          </a:p>
          <a:p>
            <a:r>
              <a:rPr sz="2400" dirty="0"/>
              <a:t>Faster R-CNN - multiple stage</a:t>
            </a:r>
          </a:p>
          <a:p>
            <a:pPr lvl="2"/>
            <a:r>
              <a:rPr sz="1800" dirty="0"/>
              <a:t>RPN (Region Proposal Network) first, then classifies from there.</a:t>
            </a:r>
          </a:p>
          <a:p>
            <a:pPr lvl="2"/>
            <a:r>
              <a:rPr sz="1800" dirty="0"/>
              <a:t>Slower but more accurate especially for complex scenes &amp; small overlapping</a:t>
            </a:r>
          </a:p>
          <a:p>
            <a:r>
              <a:rPr sz="2400" dirty="0"/>
              <a:t>DETR - Detection Transformer</a:t>
            </a:r>
          </a:p>
          <a:p>
            <a:pPr lvl="2"/>
            <a:r>
              <a:rPr sz="1800" dirty="0"/>
              <a:t>Requires a lot of training data</a:t>
            </a:r>
          </a:p>
          <a:p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Title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PhJKaRMAAAAlAAAAZAAAAA0AAAAAkAAAAEgAAACQAAAASAAAAAAAAAAB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LABAABARwAAuAgAABAAAAAmAAAACAAAAAAAAAAAAAAA"/>
              </a:ext>
            </a:extLst>
          </p:cNvSpPr>
          <p:nvPr>
            <p:ph type="title"/>
          </p:nvPr>
        </p:nvSpPr>
        <p:spPr/>
        <p:txBody>
          <a:bodyPr/>
          <a:lstStyle/>
          <a:p>
            <a:r>
              <a:t>Image Recognition Models that only </a:t>
            </a:r>
          </a:p>
          <a:p>
            <a:r>
              <a:t>recognize the entire image at once</a:t>
            </a:r>
          </a:p>
        </p:txBody>
      </p:sp>
      <p:sp>
        <p:nvSpPr>
          <p:cNvPr id="3" name="SlideText1"/>
          <p:cNvSpPr>
            <a:spLocks noGrp="1" noChangeArrowheads="1"/>
            <a:extLst>
              <a:ext uri="smNativeData">
                <pr:smNativeData xmlns="smNativeData" xmlns:pr="smNativeData" xmlns:p15="http://schemas.microsoft.com/office/powerpoint/2012/main" xmlns:p14="http://schemas.microsoft.com/office/powerpoint/2010/main" xmlns:mc="http://schemas.openxmlformats.org/markup-compatibility/2006" val="SMDATA_15_PhJKaRMAAAAlAAAAZAAAAA0AAAAAkAAAAEgAAACQAAAASAAAAAAAAAAAAAAAAAAAAAEAAABQAAAAAAAAAAAA4D8AAAAAAADgPwAAAAAAAOA/AAAAAAAA4D8AAAAAAADgPwAAAAAAAOA/AAAAAAAA4D8AAAAAAADgPwAAAAAAAOA/AAAAAAAA4D8CAAAAjAAAAAAAAAAAAAAAu+DjDP///wgAAAAAAAAAAAAAAAAAAAAAAAAAAAAAAAAAAAAAZAAAAAEAAABAAAAAAAAAAAAAAAAAAAAAAAAAAAAAAAAAAAAAAAAAAAAAAAAAAAAAAAAAAAAAAAAAAAAAAAAAAAAAAAAAAAAAAAAAAAAAAAAAAAAAAAAAAAAAAAAAAAAAFAAAADwAAAAAAAAAAAAAAAAAAAkUAAAAAQAAABQAAAAUAAAAFAAAAAEAAAAAAAAAZAAAAGQAAAAAAAAAZAAAAGQAAAAVAAAAYAAAAAAAAAAAAAAADwAAACADAAAAAAAAAAAAAAEAAACgMgAAVgcAAKr4//8BAAAAf39/AAEAAABkAAAAAAAAABQAAABAHwAAAAAAACYAAAAAAAAAwOD//wAAAAAmAAAAZAAAABYAAABMAAAAAAAAAAAAAAAEAAAAAAAAAAEAAACAgIAKAAAAACgAAAAoAAAAZAAAAGQAAAAAAAAAzMzMAAAAAABQAAAAUAAAAGQAAABkAAAAAAAAABcAAAAUAAAAAAAAAAAAAAD/fwAA/38AAAAAAAAJAAAABAAAAAAAAAAeAAAAaAAAAAAAAAAAAAAAAAAAAAAAAAAAAAAAECcAABAnAAAAAAAAAAAAAAAAAAAAAAAAAAAAAAAAAAAAAAAAAAAAABQAAAAAAAAAwMD/AAAAAABkAAAAMgAAAAAAAABkAAAAAAAAAH9/fwAKAAAAIgAAABgAAAAAAAAAAAAAAAAAAAAAAAAAAAAAAAAAAAAkAAAAJAAAAAAAAAAHAAAAAAAAAAAAAAAAAAAAAAAAAAAAAAAAAAAAf39/ACUAAABYAAAAAAAAAAAAAAAAAAAAAAAAAAAAAAAAAAAAAAAAAAAAAAAAAAAAAAAAAAAAAAA/AAAAAAAAAKCGAQAAAAAAAAAAAAAAAAAMAAAAAQAAAAAAAAAAAAAAAAAAAB8AAABUAAAAAAAABQAAAAEAAAAAAAAAAAAAAAAAAAAAAAAAAAAAAAAAAAAAAAAAAAAAAAJ/f38AAAAAA8zMzADAwP8Af39/AAAAAAAAAAAAAAAAAAAAAAAAAAAAIQAAABgAAAAUAAAAwAMAANgJAABARwAAsCUAABAAAAAmAAAACAAAAAAAAAAAAAAA"/>
              </a:ext>
            </a:extLst>
          </p:cNvSpPr>
          <p:nvPr>
            <p:ph type="body" idx="1"/>
          </p:nvPr>
        </p:nvSpPr>
        <p:spPr/>
        <p:txBody>
          <a:bodyPr/>
          <a:lstStyle/>
          <a:p>
            <a:r>
              <a:t>ResNet</a:t>
            </a:r>
          </a:p>
          <a:p>
            <a:r>
              <a:t>MobileNet - Made for Mobile devices</a:t>
            </a:r>
          </a:p>
          <a:p>
            <a:r>
              <a:t>EfficientNet v2 - has variants for different needs</a:t>
            </a:r>
          </a:p>
          <a:p>
            <a:r>
              <a:t>Slower but could be optimized:</a:t>
            </a:r>
          </a:p>
          <a:p>
            <a:pPr lvl="1"/>
            <a:r>
              <a:t>Swin Transformer</a:t>
            </a:r>
          </a:p>
          <a:p>
            <a:pPr lvl="1"/>
            <a:r>
              <a:t>ConvNeXt - modern CNN better than transformers</a:t>
            </a:r>
          </a:p>
          <a:p>
            <a:pPr lvl="1"/>
            <a:r>
              <a:t>CoCa / PaLI / CoAtNet - state-of-the-art / best accuracy</a:t>
            </a:r>
          </a:p>
          <a:p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Presentation">
  <a:themeElements>
    <a:clrScheme name="Presentation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535379"/>
      </a:accent3>
      <a:accent4>
        <a:srgbClr val="737359"/>
      </a:accent4>
      <a:accent5>
        <a:srgbClr val="939339"/>
      </a:accent5>
      <a:accent6>
        <a:srgbClr val="B3B319"/>
      </a:accent6>
      <a:hlink>
        <a:srgbClr val="009999"/>
      </a:hlink>
      <a:folHlink>
        <a:srgbClr val="99CC00"/>
      </a:folHlink>
    </a:clrScheme>
    <a:fontScheme name="Presentation">
      <a:majorFont>
        <a:latin typeface="Calibri"/>
        <a:ea typeface="SimSun"/>
        <a:cs typeface="Times New Roman"/>
      </a:majorFont>
      <a:minorFont>
        <a:latin typeface="Calibri"/>
        <a:ea typeface="SimSun"/>
        <a:cs typeface="Times New Roma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>
        <a:prstTxWarp prst="textNoShape">
          <a:avLst/>
        </a:prstTxWarp>
        <a:noAutofit/>
      </a:bodyPr>
      <a:lstStyle>
        <a:defPPr>
          <a:defRPr/>
        </a:defPPr>
      </a:lstStyle>
      <a:style>
        <a:lnRef idx="0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>
    <a:extraClrScheme>
      <a:clrScheme name="Presentatio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535379"/>
        </a:accent3>
        <a:accent4>
          <a:srgbClr val="737359"/>
        </a:accent4>
        <a:accent5>
          <a:srgbClr val="939339"/>
        </a:accent5>
        <a:accent6>
          <a:srgbClr val="B3B319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DF7986"/>
        </a:accent3>
        <a:accent4>
          <a:srgbClr val="BF59A6"/>
        </a:accent4>
        <a:accent5>
          <a:srgbClr val="9F39C6"/>
        </a:accent5>
        <a:accent6>
          <a:srgbClr val="7F19E6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ACACDF"/>
        </a:accent3>
        <a:accent4>
          <a:srgbClr val="9C9CBF"/>
        </a:accent4>
        <a:accent5>
          <a:srgbClr val="7C7C9F"/>
        </a:accent5>
        <a:accent6>
          <a:srgbClr val="5C5C7F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6DA6DF"/>
        </a:accent3>
        <a:accent4>
          <a:srgbClr val="4D86BF"/>
        </a:accent4>
        <a:accent5>
          <a:srgbClr val="2D669F"/>
        </a:accent5>
        <a:accent6>
          <a:srgbClr val="0D467F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53ACAC"/>
        </a:accent3>
        <a:accent4>
          <a:srgbClr val="738C8C"/>
        </a:accent4>
        <a:accent5>
          <a:srgbClr val="936C6C"/>
        </a:accent5>
        <a:accent6>
          <a:srgbClr val="B34C4C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6">
        <a:dk1>
          <a:srgbClr val="FFFFFF"/>
        </a:dk1>
        <a:lt1>
          <a:srgbClr val="008080"/>
        </a:lt1>
        <a:dk2>
          <a:srgbClr val="FFFF99"/>
        </a:dk2>
        <a:lt2>
          <a:srgbClr val="005A58"/>
        </a:lt2>
        <a:accent1>
          <a:srgbClr val="006462"/>
        </a:accent1>
        <a:accent2>
          <a:srgbClr val="6D6FC7"/>
        </a:accent2>
        <a:accent3>
          <a:srgbClr val="6D8FA7"/>
        </a:accent3>
        <a:accent4>
          <a:srgbClr val="8DAF87"/>
        </a:accent4>
        <a:accent5>
          <a:srgbClr val="ADCF67"/>
        </a:accent5>
        <a:accent6>
          <a:srgbClr val="CDEF47"/>
        </a:accent6>
        <a:hlink>
          <a:srgbClr val="00FFFF"/>
        </a:hlink>
        <a:folHlink>
          <a:srgbClr val="00FF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7">
        <a:dk1>
          <a:srgbClr val="FFFFFF"/>
        </a:dk1>
        <a:lt1>
          <a:srgbClr val="800000"/>
        </a:lt1>
        <a:dk2>
          <a:srgbClr val="DFD293"/>
        </a:dk2>
        <a:lt2>
          <a:srgbClr val="5C1F00"/>
        </a:lt2>
        <a:accent1>
          <a:srgbClr val="CC3300"/>
        </a:accent1>
        <a:accent2>
          <a:srgbClr val="BE7960"/>
        </a:accent2>
        <a:accent3>
          <a:srgbClr val="9E9980"/>
        </a:accent3>
        <a:accent4>
          <a:srgbClr val="7EB9A0"/>
        </a:accent4>
        <a:accent5>
          <a:srgbClr val="5EC9C0"/>
        </a:accent5>
        <a:accent6>
          <a:srgbClr val="3EE9E0"/>
        </a:accent6>
        <a:hlink>
          <a:srgbClr val="FFFF99"/>
        </a:hlink>
        <a:folHlink>
          <a:srgbClr val="D3A21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8">
        <a:dk1>
          <a:srgbClr val="FFFFFF"/>
        </a:dk1>
        <a:lt1>
          <a:srgbClr val="000099"/>
        </a:lt1>
        <a:dk2>
          <a:srgbClr val="CCFFFF"/>
        </a:dk2>
        <a:lt2>
          <a:srgbClr val="003366"/>
        </a:lt2>
        <a:accent1>
          <a:srgbClr val="3366CC"/>
        </a:accent1>
        <a:accent2>
          <a:srgbClr val="00B000"/>
        </a:accent2>
        <a:accent3>
          <a:srgbClr val="209020"/>
        </a:accent3>
        <a:accent4>
          <a:srgbClr val="407040"/>
        </a:accent4>
        <a:accent5>
          <a:srgbClr val="605060"/>
        </a:accent5>
        <a:accent6>
          <a:srgbClr val="803080"/>
        </a:accent6>
        <a:hlink>
          <a:srgbClr val="66CCFF"/>
        </a:hlink>
        <a:folHlink>
          <a:srgbClr val="FFE701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9">
        <a:dk1>
          <a:srgbClr val="FFFFFF"/>
        </a:dk1>
        <a:lt1>
          <a:srgbClr val="000000"/>
        </a:lt1>
        <a:dk2>
          <a:srgbClr val="E3EBF1"/>
        </a:dk2>
        <a:lt2>
          <a:srgbClr val="336699"/>
        </a:lt2>
        <a:accent1>
          <a:srgbClr val="003399"/>
        </a:accent1>
        <a:accent2>
          <a:srgbClr val="468A4B"/>
        </a:accent2>
        <a:accent3>
          <a:srgbClr val="666A6B"/>
        </a:accent3>
        <a:accent4>
          <a:srgbClr val="864A8B"/>
        </a:accent4>
        <a:accent5>
          <a:srgbClr val="A62AAB"/>
        </a:accent5>
        <a:accent6>
          <a:srgbClr val="C60ACB"/>
        </a:accent6>
        <a:hlink>
          <a:srgbClr val="66CCFF"/>
        </a:hlink>
        <a:folHlink>
          <a:srgbClr val="F0E5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10">
        <a:dk1>
          <a:srgbClr val="FFFFFF"/>
        </a:dk1>
        <a:lt1>
          <a:srgbClr val="686B5D"/>
        </a:lt1>
        <a:dk2>
          <a:srgbClr val="D1D1CB"/>
        </a:dk2>
        <a:lt2>
          <a:srgbClr val="777777"/>
        </a:lt2>
        <a:accent1>
          <a:srgbClr val="909082"/>
        </a:accent1>
        <a:accent2>
          <a:srgbClr val="809EA8"/>
        </a:accent2>
        <a:accent3>
          <a:srgbClr val="A07E88"/>
        </a:accent3>
        <a:accent4>
          <a:srgbClr val="C05E68"/>
        </a:accent4>
        <a:accent5>
          <a:srgbClr val="E03E48"/>
        </a:accent5>
        <a:accent6>
          <a:srgbClr val="FF1E28"/>
        </a:accent6>
        <a:hlink>
          <a:srgbClr val="FFCC66"/>
        </a:hlink>
        <a:folHlink>
          <a:srgbClr val="E9DCB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11">
        <a:dk1>
          <a:srgbClr val="FFFFFF"/>
        </a:dk1>
        <a:lt1>
          <a:srgbClr val="666699"/>
        </a:lt1>
        <a:dk2>
          <a:srgbClr val="FFFFFF"/>
        </a:dk2>
        <a:lt2>
          <a:srgbClr val="3E3E5C"/>
        </a:lt2>
        <a:accent1>
          <a:srgbClr val="60597B"/>
        </a:accent1>
        <a:accent2>
          <a:srgbClr val="6666FF"/>
        </a:accent2>
        <a:accent3>
          <a:srgbClr val="8686DF"/>
        </a:accent3>
        <a:accent4>
          <a:srgbClr val="A6A6BF"/>
        </a:accent4>
        <a:accent5>
          <a:srgbClr val="C6C69F"/>
        </a:accent5>
        <a:accent6>
          <a:srgbClr val="E6E67F"/>
        </a:accent6>
        <a:hlink>
          <a:srgbClr val="99CCFF"/>
        </a:hlink>
        <a:folHlink>
          <a:srgbClr val="FFFF9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12">
        <a:dk1>
          <a:srgbClr val="FFFFFF"/>
        </a:dk1>
        <a:lt1>
          <a:srgbClr val="523E26"/>
        </a:lt1>
        <a:dk2>
          <a:srgbClr val="DFC08D"/>
        </a:dk2>
        <a:lt2>
          <a:srgbClr val="2D2015"/>
        </a:lt2>
        <a:accent1>
          <a:srgbClr val="8C7B70"/>
        </a:accent1>
        <a:accent2>
          <a:srgbClr val="8F5F2F"/>
        </a:accent2>
        <a:accent3>
          <a:srgbClr val="8F7F4F"/>
        </a:accent3>
        <a:accent4>
          <a:srgbClr val="6F9F6F"/>
        </a:accent4>
        <a:accent5>
          <a:srgbClr val="4FBF8F"/>
        </a:accent5>
        <a:accent6>
          <a:srgbClr val="2FDFAF"/>
        </a:accent6>
        <a:hlink>
          <a:srgbClr val="CCB400"/>
        </a:hlink>
        <a:folHlink>
          <a:srgbClr val="8C9EA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1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535379"/>
        </a:accent3>
        <a:accent4>
          <a:srgbClr val="737359"/>
        </a:accent4>
        <a:accent5>
          <a:srgbClr val="939339"/>
        </a:accent5>
        <a:accent6>
          <a:srgbClr val="B3B319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14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535379"/>
        </a:accent3>
        <a:accent4>
          <a:srgbClr val="737359"/>
        </a:accent4>
        <a:accent5>
          <a:srgbClr val="939339"/>
        </a:accent5>
        <a:accent6>
          <a:srgbClr val="B3B319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1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535379"/>
        </a:accent3>
        <a:accent4>
          <a:srgbClr val="737359"/>
        </a:accent4>
        <a:accent5>
          <a:srgbClr val="939339"/>
        </a:accent5>
        <a:accent6>
          <a:srgbClr val="B3B319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1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535379"/>
        </a:accent3>
        <a:accent4>
          <a:srgbClr val="737359"/>
        </a:accent4>
        <a:accent5>
          <a:srgbClr val="939339"/>
        </a:accent5>
        <a:accent6>
          <a:srgbClr val="B3B319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1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535379"/>
        </a:accent3>
        <a:accent4>
          <a:srgbClr val="737359"/>
        </a:accent4>
        <a:accent5>
          <a:srgbClr val="939339"/>
        </a:accent5>
        <a:accent6>
          <a:srgbClr val="B3B319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18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535379"/>
        </a:accent3>
        <a:accent4>
          <a:srgbClr val="737359"/>
        </a:accent4>
        <a:accent5>
          <a:srgbClr val="939339"/>
        </a:accent5>
        <a:accent6>
          <a:srgbClr val="B3B319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19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535379"/>
        </a:accent3>
        <a:accent4>
          <a:srgbClr val="737359"/>
        </a:accent4>
        <a:accent5>
          <a:srgbClr val="939339"/>
        </a:accent5>
        <a:accent6>
          <a:srgbClr val="B3B319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20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535379"/>
        </a:accent3>
        <a:accent4>
          <a:srgbClr val="737359"/>
        </a:accent4>
        <a:accent5>
          <a:srgbClr val="939339"/>
        </a:accent5>
        <a:accent6>
          <a:srgbClr val="B3B319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esentation 2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535379"/>
        </a:accent3>
        <a:accent4>
          <a:srgbClr val="737359"/>
        </a:accent4>
        <a:accent5>
          <a:srgbClr val="939339"/>
        </a:accent5>
        <a:accent6>
          <a:srgbClr val="B3B319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289</TotalTime>
  <Words>1403</Words>
  <Application>Microsoft Office PowerPoint</Application>
  <PresentationFormat>Widescreen</PresentationFormat>
  <Paragraphs>211</Paragraphs>
  <Slides>21</Slides>
  <Notes>0</Notes>
  <HiddenSlides>0</HiddenSlides>
  <MMClips>0</MMClips>
  <ScaleCrop>false</ScaleCrop>
  <HeadingPairs>
    <vt:vector size="8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6" baseType="lpstr">
      <vt:lpstr>SimSun</vt:lpstr>
      <vt:lpstr>Calibri</vt:lpstr>
      <vt:lpstr>Times New Roman</vt:lpstr>
      <vt:lpstr>Presentation</vt:lpstr>
      <vt:lpstr>Paint.Picture</vt:lpstr>
      <vt:lpstr>AI PyTorch</vt:lpstr>
      <vt:lpstr>Folders</vt:lpstr>
      <vt:lpstr>Terminology</vt:lpstr>
      <vt:lpstr>machine learning vs. deep learning</vt:lpstr>
      <vt:lpstr>Types of machine learning algorithms</vt:lpstr>
      <vt:lpstr>PyTorch pre-configured model example: Resnet18</vt:lpstr>
      <vt:lpstr>Neural Net Optimizer</vt:lpstr>
      <vt:lpstr>Why PyTorch vs Tensorflow/Jax?</vt:lpstr>
      <vt:lpstr>Installing PyTorch &amp; CUDA: https://pytorch.org/get-started/locally/</vt:lpstr>
      <vt:lpstr>Conda install</vt:lpstr>
      <vt:lpstr>Computer PyTorch installs</vt:lpstr>
      <vt:lpstr>Books and what they cover</vt:lpstr>
      <vt:lpstr>Dynamic Computation Graph</vt:lpstr>
      <vt:lpstr>Inherit from nn.Module to create Neural Net</vt:lpstr>
      <vt:lpstr>TorchVision</vt:lpstr>
      <vt:lpstr>TorchAudio</vt:lpstr>
      <vt:lpstr>CNN = Convolutional Neural Net</vt:lpstr>
      <vt:lpstr>ReLU function Rectified Linear Unit</vt:lpstr>
      <vt:lpstr>Fully connected layers at end for classification or regression tasks</vt:lpstr>
      <vt:lpstr>Object Detection models recognize multiple objects in same image</vt:lpstr>
      <vt:lpstr>Image Recognition Models that only  recognize the entire image at once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PyTorch</dc:title>
  <dc:subject/>
  <dc:creator/>
  <cp:keywords/>
  <dc:description/>
  <cp:lastModifiedBy>guy</cp:lastModifiedBy>
  <cp:revision>25</cp:revision>
  <dcterms:created xsi:type="dcterms:W3CDTF">2025-11-27T05:42:01Z</dcterms:created>
  <dcterms:modified xsi:type="dcterms:W3CDTF">2026-01-13T02:31:57Z</dcterms:modified>
</cp:coreProperties>
</file>