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9" r:id="rId3"/>
    <p:sldId id="261" r:id="rId4"/>
    <p:sldId id="260" r:id="rId5"/>
    <p:sldId id="258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smNativeData">
      <pr:smAppRevision xmlns="smNativeData" xmlns:pr="smNativeData" xmlns:p15="http://schemas.microsoft.com/office/powerpoint/2012/main" xmlns:p14="http://schemas.microsoft.com/office/powerpoint/2010/main" xmlns:mc="http://schemas.openxmlformats.org/markup-compatibility/2006" dt="1765933763" val="1228" revOS="4"/>
      <pr:smFileRevision xmlns="smNativeData" xmlns:pr="smNativeData" xmlns:p15="http://schemas.microsoft.com/office/powerpoint/2012/main" xmlns:p14="http://schemas.microsoft.com/office/powerpoint/2010/main" xmlns:mc="http://schemas.openxmlformats.org/markup-compatibility/2006" dt="1765933763" val="101"/>
      <pr:guideOptions xmlns="smNativeData" xmlns:pr="smNativeData" xmlns:p15="http://schemas.microsoft.com/office/powerpoint/2012/main" xmlns:p14="http://schemas.microsoft.com/office/powerpoint/2010/main" xmlns:mc="http://schemas.openxmlformats.org/markup-compatibility/2006" dt="1765933763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Objects="1" showGuides="1">
      <p:cViewPr varScale="1">
        <p:scale>
          <a:sx n="159" d="100"/>
          <a:sy n="159" d="100"/>
        </p:scale>
        <p:origin x="340" y="1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  <p:guideLst/>
    </p:cSldViewPr>
  </p:notesViewPr>
  <p:gridSpacing cx="71755" cy="7175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2F46-08C6-6FD9-8882-FE8C61CC7EAB}" type="datetime1">
              <a:t>12/16/2025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6036-78C6-6F96-8882-8EC32ECC7ED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5CD1-9FC6-6FAA-8882-69FF12CC7E3C}" type="datetime1">
              <a:t>12/16/2025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0E09-47C6-6FF8-8882-B1AD40CC7EE4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A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A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08AA-E4C6-6FFE-8882-12AB46CC7E47}" type="datetime1">
              <a:t>12/16/2025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0D90-DEC6-6FFB-8882-28AE43CC7E7D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34E3-ADC6-6FC2-8882-5B977ACC7E0E}" type="datetime1">
              <a:t>12/16/2025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1267-29C6-6FE4-8882-DFB15CCC7E8A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A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A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7D05-4BC6-6F8B-8882-BDDE33CC7EE8}" type="datetime1">
              <a:t>12/16/2025</a:t>
            </a:fld>
            <a:endParaRPr/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5C6C-22C6-6FAA-8882-D4FF12CC7E81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0218-56C6-6FF4-8882-A0A14CCC7EF5}" type="datetime1">
              <a:t>12/16/2025</a:t>
            </a:fld>
            <a:endParaRPr/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40DE-90C6-6FB6-8882-66E30ECC7E33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57F0-BEC6-6FA1-8882-48F419CC7E1D}" type="datetime1">
              <a:t>12/16/2025</a:t>
            </a:fld>
            <a:endParaRPr/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0E4D-03C6-6FF8-8882-F5AD40CC7EA0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A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2994-DAC6-6FDF-8882-2C8A67CC7E79}" type="datetime1">
              <a:t>12/16/2025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NwY0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26F1-BFC6-6FD0-8882-498568CC7E1C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A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0DEB-A5C6-6FFB-8882-53AE43CC7E06}" type="datetime1">
              <a:t>12/16/2025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3DAB-E5C6-6FCB-8882-139E73CC7E46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49Ij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AAAAAAAAA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3FD1-9FC6-6FC9-8882-699C71CC7E3C}" type="datetime1">
              <a:t>12/16/2025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E6c3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23AE-E0C6-6FD5-8882-16806DCC7E43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A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A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2B3A1A1E-50C6-6FEC-8882-A6B954CC7EF3}" type="datetime1">
              <a:t>12/16/2025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2B3A0CB7-F9C6-6FFA-8882-0FAF42CC7E5A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P//////////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P//////////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P//////////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fld id="{2B3A1547-09C6-6FE3-8882-FFB65BCC7EAA}" type="datetime1">
              <a:t>12/16/2025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P//////////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P//////////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fld id="{2B3A77CB-85C6-6F81-8882-73D439CC7E2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U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</a:p>
          <a:p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r>
              <a:t>Gaming Win11 Ryzen9 7900X(12c) 32gb RTX5070 12gb</a:t>
            </a:r>
          </a:p>
          <a:p>
            <a:r>
              <a:t>Mac Mini 16GB: PyTorch is possible but slow</a:t>
            </a:r>
          </a:p>
          <a:p>
            <a:pPr lvl="1"/>
            <a:endParaRPr/>
          </a:p>
          <a:p>
            <a:pPr lvl="1"/>
            <a:endParaRPr/>
          </a:p>
          <a:p>
            <a:pPr lvl="1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endParaRPr sz="2400" cap="none"/>
          </a:p>
          <a:p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  <a:endParaRPr/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  <a:endParaRPr/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TorchVision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0972800" cy="1398270"/>
          </a:xfrm>
        </p:spPr>
        <p:txBody>
          <a:bodyPr/>
          <a:lstStyle/>
          <a:p>
            <a:r>
              <a:rPr lang="en-US" dirty="0" smtClean="0"/>
              <a:t>Transforms / datasets / models for computer vision</a:t>
            </a:r>
          </a:p>
          <a:p>
            <a:r>
              <a:rPr lang="en-US" dirty="0" smtClean="0"/>
              <a:t>Models such as:</a:t>
            </a:r>
          </a:p>
          <a:p>
            <a:pPr lvl="1"/>
            <a:r>
              <a:rPr lang="en-US" dirty="0" smtClean="0"/>
              <a:t>resnet18: convolutional NN that is 18 layers deep</a:t>
            </a:r>
          </a:p>
          <a:p>
            <a:pPr lvl="1"/>
            <a:r>
              <a:rPr lang="en-US" dirty="0" smtClean="0"/>
              <a:t>resnet50</a:t>
            </a:r>
          </a:p>
          <a:p>
            <a:pPr lvl="1"/>
            <a:r>
              <a:rPr lang="en-US" dirty="0" err="1" smtClean="0"/>
              <a:t>EfficientNet</a:t>
            </a:r>
            <a:endParaRPr lang="en-US" dirty="0" smtClean="0"/>
          </a:p>
          <a:p>
            <a:pPr lvl="1"/>
            <a:r>
              <a:rPr lang="en-US" dirty="0" err="1" smtClean="0"/>
              <a:t>Swin</a:t>
            </a:r>
            <a:r>
              <a:rPr lang="en-US" dirty="0" smtClean="0"/>
              <a:t> Transformers</a:t>
            </a:r>
          </a:p>
          <a:p>
            <a:pPr lvl="1"/>
            <a:endParaRPr lang="en-US" dirty="0" smtClean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2B3A5CD1-9FC6-6FAA-8882-69FF12CC7E3C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A0E09-47C6-6FF8-8882-B1AD40CC7EE4}" type="slidenum">
              <a:rPr lang="en-US" smtClean="0"/>
              <a:t>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86130" y="4433570"/>
            <a:ext cx="513704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transform = </a:t>
            </a:r>
            <a:r>
              <a:rPr lang="en-US" dirty="0" err="1"/>
              <a:t>transforms.Compose</a:t>
            </a:r>
            <a:r>
              <a:rPr lang="en-US" dirty="0"/>
              <a:t>([</a:t>
            </a:r>
          </a:p>
          <a:p>
            <a:r>
              <a:rPr lang="en-US" dirty="0"/>
              <a:t>    </a:t>
            </a:r>
            <a:r>
              <a:rPr lang="en-US" dirty="0" err="1"/>
              <a:t>transforms.Resize</a:t>
            </a:r>
            <a:r>
              <a:rPr lang="en-US" dirty="0"/>
              <a:t>((</a:t>
            </a:r>
            <a:r>
              <a:rPr lang="en-US" dirty="0" err="1"/>
              <a:t>img_size</a:t>
            </a:r>
            <a:r>
              <a:rPr lang="en-US" dirty="0"/>
              <a:t>, </a:t>
            </a:r>
            <a:r>
              <a:rPr lang="en-US" dirty="0" err="1"/>
              <a:t>img_size</a:t>
            </a:r>
            <a:r>
              <a:rPr lang="en-US" dirty="0"/>
              <a:t>)),</a:t>
            </a:r>
          </a:p>
          <a:p>
            <a:r>
              <a:rPr lang="en-US" dirty="0"/>
              <a:t>    </a:t>
            </a:r>
            <a:r>
              <a:rPr lang="en-US" dirty="0" err="1"/>
              <a:t>transforms.ToTensor</a:t>
            </a:r>
            <a:r>
              <a:rPr lang="en-US" dirty="0"/>
              <a:t>(),</a:t>
            </a:r>
          </a:p>
          <a:p>
            <a:r>
              <a:rPr lang="en-US" dirty="0"/>
              <a:t>    </a:t>
            </a:r>
            <a:r>
              <a:rPr lang="en-US" dirty="0" err="1"/>
              <a:t>transforms.Normalize</a:t>
            </a:r>
            <a:r>
              <a:rPr lang="en-US" dirty="0"/>
              <a:t>(mean=[0.485, 0.456, 0.406],</a:t>
            </a:r>
          </a:p>
          <a:p>
            <a:r>
              <a:rPr lang="en-US" dirty="0"/>
              <a:t>                         </a:t>
            </a:r>
            <a:r>
              <a:rPr lang="en-US" dirty="0" err="1"/>
              <a:t>std</a:t>
            </a:r>
            <a:r>
              <a:rPr lang="en-US" dirty="0"/>
              <a:t>=[0.229, 0.224, 0.225]),</a:t>
            </a:r>
          </a:p>
          <a:p>
            <a:r>
              <a:rPr lang="en-US" dirty="0"/>
              <a:t>])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930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TorchAudio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2B3A5CD1-9FC6-6FAA-8882-69FF12CC7E3C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A0E09-47C6-6FF8-8882-B1AD40CC7EE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25499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548</Words>
  <Application>Microsoft Office PowerPoint</Application>
  <PresentationFormat>Widescreen</PresentationFormat>
  <Paragraphs>90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SimSun</vt:lpstr>
      <vt:lpstr>Calibri</vt:lpstr>
      <vt:lpstr>Times New Roman</vt:lpstr>
      <vt:lpstr>Presentation</vt:lpstr>
      <vt:lpstr>AI PyTorch</vt:lpstr>
      <vt:lpstr>Why PyTorch vs Tensorflow/Jax?</vt:lpstr>
      <vt:lpstr>Conda install</vt:lpstr>
      <vt:lpstr>Computer PyTorch installs</vt:lpstr>
      <vt:lpstr>Books and what they cover</vt:lpstr>
      <vt:lpstr>Dynamic Computation Graph</vt:lpstr>
      <vt:lpstr>Inherit from nn.Module to create Neural Net</vt:lpstr>
      <vt:lpstr>TorchVision</vt:lpstr>
      <vt:lpstr>TorchAudio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PyTorch</dc:title>
  <dc:subject/>
  <dc:creator/>
  <cp:keywords/>
  <dc:description/>
  <cp:lastModifiedBy>guy</cp:lastModifiedBy>
  <cp:revision>5</cp:revision>
  <dcterms:created xsi:type="dcterms:W3CDTF">2025-11-26T22:42:01Z</dcterms:created>
  <dcterms:modified xsi:type="dcterms:W3CDTF">2025-12-17T04:01:22Z</dcterms:modified>
</cp:coreProperties>
</file>