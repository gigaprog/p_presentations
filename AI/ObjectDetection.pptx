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34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791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342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6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3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434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909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314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35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6D954-9D5F-4B54-AC5F-2CADB10B85DE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A844A-00A1-4A5D-A246-C5B817417E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034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ltralytics/yolov5" TargetMode="External"/><Relationship Id="rId2" Type="http://schemas.openxmlformats.org/officeDocument/2006/relationships/hyperlink" Target="https://www.ccoderun.ca/programming/yolo_faq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ltralytics/ultralytics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anecharette/DarkPlat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Object Detection Models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088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Object Detection models</a:t>
            </a:r>
          </a:p>
          <a:p>
            <a:r>
              <a:t>recognize multiple objects in same image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>
            <a:normAutofit fontScale="92500" lnSpcReduction="10000"/>
          </a:bodyPr>
          <a:lstStyle/>
          <a:p>
            <a:r>
              <a:rPr sz="2400" dirty="0"/>
              <a:t>YOLO - You Only Look Once - single stage/pass</a:t>
            </a:r>
          </a:p>
          <a:p>
            <a:pPr lvl="1"/>
            <a:r>
              <a:rPr sz="2000" dirty="0" err="1"/>
              <a:t>Darknet</a:t>
            </a:r>
            <a:r>
              <a:rPr sz="2000" dirty="0"/>
              <a:t> latest version is v4 but is continually being improved</a:t>
            </a:r>
          </a:p>
          <a:p>
            <a:pPr lvl="2">
              <a:defRPr cap="none">
                <a:hlinkClick r:id="rId2"/>
              </a:defRPr>
            </a:pPr>
            <a:r>
              <a:rPr sz="1800" dirty="0">
                <a:hlinkClick r:id="rId2"/>
              </a:rPr>
              <a:t>https://www.ccoderun.ca/programming/yolo_faq/</a:t>
            </a:r>
          </a:p>
          <a:p>
            <a:pPr lvl="2"/>
            <a:r>
              <a:rPr sz="1800" dirty="0"/>
              <a:t>https://github.com/hank-ai/darknet</a:t>
            </a:r>
          </a:p>
          <a:p>
            <a:pPr lvl="1"/>
            <a:r>
              <a:rPr sz="2000" dirty="0"/>
              <a:t>Non-</a:t>
            </a:r>
            <a:r>
              <a:rPr sz="2000" dirty="0" err="1"/>
              <a:t>Darknet</a:t>
            </a:r>
            <a:r>
              <a:rPr sz="2000" dirty="0"/>
              <a:t> versions are v5+</a:t>
            </a:r>
          </a:p>
          <a:p>
            <a:pPr lvl="2"/>
            <a:r>
              <a:rPr sz="1800" dirty="0"/>
              <a:t>*Note that </a:t>
            </a:r>
            <a:r>
              <a:rPr lang="en-US" sz="1800" dirty="0" err="1" smtClean="0"/>
              <a:t>U</a:t>
            </a:r>
            <a:r>
              <a:rPr sz="1800" dirty="0" err="1" smtClean="0"/>
              <a:t>ltralytics</a:t>
            </a:r>
            <a:r>
              <a:rPr sz="1800" dirty="0" smtClean="0"/>
              <a:t> </a:t>
            </a:r>
            <a:r>
              <a:rPr sz="1800" dirty="0"/>
              <a:t>does not own Yolo! You can make these models on your own, but they do provide pre-trained </a:t>
            </a:r>
            <a:r>
              <a:rPr sz="1800" dirty="0" smtClean="0"/>
              <a:t>weights</a:t>
            </a:r>
            <a:r>
              <a:rPr lang="en-US" sz="1800" dirty="0" smtClean="0"/>
              <a:t> and super-easy python library (pay if commercial)</a:t>
            </a:r>
            <a:r>
              <a:rPr sz="1800" dirty="0" smtClean="0"/>
              <a:t>.</a:t>
            </a:r>
            <a:endParaRPr sz="1800" dirty="0"/>
          </a:p>
          <a:p>
            <a:pPr lvl="2"/>
            <a:r>
              <a:rPr sz="1800" dirty="0"/>
              <a:t>v5: </a:t>
            </a:r>
            <a:r>
              <a:rPr sz="1800" cap="none" dirty="0">
                <a:hlinkClick r:id="rId3"/>
              </a:rPr>
              <a:t>https://github.com/ultralytics/yolov5</a:t>
            </a:r>
          </a:p>
          <a:p>
            <a:pPr lvl="2"/>
            <a:r>
              <a:rPr sz="1800" dirty="0"/>
              <a:t>v11: </a:t>
            </a:r>
            <a:r>
              <a:rPr sz="1800" cap="none" dirty="0">
                <a:hlinkClick r:id="rId4"/>
              </a:rPr>
              <a:t>https://github.com/ultralytics/ultralytics</a:t>
            </a:r>
          </a:p>
          <a:p>
            <a:pPr lvl="2"/>
            <a:endParaRPr sz="1800" cap="none" dirty="0">
              <a:hlinkClick r:id="rId4"/>
            </a:endParaRPr>
          </a:p>
          <a:p>
            <a:r>
              <a:rPr sz="2400" dirty="0"/>
              <a:t>Faster R-CNN - multiple stage</a:t>
            </a:r>
          </a:p>
          <a:p>
            <a:pPr lvl="2"/>
            <a:r>
              <a:rPr sz="1800" dirty="0"/>
              <a:t>RPN (Region Proposal Network) first, then classifies from there.</a:t>
            </a:r>
          </a:p>
          <a:p>
            <a:pPr lvl="2"/>
            <a:r>
              <a:rPr sz="1800" dirty="0"/>
              <a:t>Slower but more accurate especially for complex scenes &amp; small overlapping</a:t>
            </a:r>
          </a:p>
          <a:p>
            <a:r>
              <a:rPr sz="2400" dirty="0"/>
              <a:t>DETR - Detection Transformer</a:t>
            </a:r>
          </a:p>
          <a:p>
            <a:pPr lvl="2"/>
            <a:r>
              <a:rPr sz="1800" dirty="0"/>
              <a:t>Requires a lot of training data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227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Recognition Models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Yolo v4 output:</a:t>
            </a:r>
          </a:p>
          <a:p>
            <a:pPr lvl="1"/>
            <a:r>
              <a:rPr lang="en-US" dirty="0" smtClean="0"/>
              <a:t>Class ID zero-based</a:t>
            </a:r>
          </a:p>
          <a:p>
            <a:pPr lvl="1"/>
            <a:r>
              <a:rPr lang="en-US" dirty="0" smtClean="0"/>
              <a:t>Floating point confidence score</a:t>
            </a:r>
          </a:p>
          <a:p>
            <a:pPr lvl="1"/>
            <a:r>
              <a:rPr lang="en-US" dirty="0" smtClean="0"/>
              <a:t>Bounding box: x, y, width, height</a:t>
            </a:r>
          </a:p>
          <a:p>
            <a:pPr lvl="2"/>
            <a:r>
              <a:rPr lang="en-US" dirty="0" err="1" smtClean="0"/>
              <a:t>x,y</a:t>
            </a:r>
            <a:r>
              <a:rPr lang="en-US" dirty="0" smtClean="0"/>
              <a:t> might be relative to cell?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505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License Plate Detection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https://github.com/stephanecharette/DarkPlate</a:t>
            </a:r>
            <a:endParaRPr lang="en-US" dirty="0" smtClean="0"/>
          </a:p>
          <a:p>
            <a:r>
              <a:rPr lang="en-US" dirty="0" err="1" smtClean="0"/>
              <a:t>DarkPlate</a:t>
            </a:r>
            <a:r>
              <a:rPr lang="en-US" dirty="0" smtClean="0"/>
              <a:t> relies on </a:t>
            </a:r>
            <a:r>
              <a:rPr lang="en-US" dirty="0" err="1" smtClean="0"/>
              <a:t>DarkHelp</a:t>
            </a:r>
            <a:r>
              <a:rPr lang="en-US" dirty="0" smtClean="0"/>
              <a:t> which has helper functions for </a:t>
            </a:r>
            <a:r>
              <a:rPr lang="en-US" dirty="0" err="1" smtClean="0"/>
              <a:t>DarkNet</a:t>
            </a:r>
            <a:endParaRPr lang="en-US" dirty="0" smtClean="0"/>
          </a:p>
          <a:p>
            <a:pPr lvl="1"/>
            <a:r>
              <a:rPr lang="en-US" dirty="0" smtClean="0"/>
              <a:t>Build </a:t>
            </a:r>
            <a:r>
              <a:rPr lang="en-US" dirty="0" err="1" smtClean="0"/>
              <a:t>DarkNet</a:t>
            </a:r>
            <a:r>
              <a:rPr lang="en-US" dirty="0" smtClean="0"/>
              <a:t> first, then </a:t>
            </a:r>
            <a:r>
              <a:rPr lang="en-US" dirty="0" err="1" smtClean="0"/>
              <a:t>DarkHelp</a:t>
            </a:r>
            <a:r>
              <a:rPr lang="en-US" dirty="0" smtClean="0"/>
              <a:t> and the </a:t>
            </a:r>
            <a:r>
              <a:rPr lang="en-US" dirty="0" err="1" smtClean="0"/>
              <a:t>DarkPlate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780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186</Words>
  <Application>Microsoft Office PowerPoint</Application>
  <PresentationFormat>Widescreen</PresentationFormat>
  <Paragraphs>29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Object Detection Models</vt:lpstr>
      <vt:lpstr>Object Detection models recognize multiple objects in same image</vt:lpstr>
      <vt:lpstr>Object Recognition Models Output</vt:lpstr>
      <vt:lpstr>License Plate Detection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 Detection Models</dc:title>
  <dc:creator>guy</dc:creator>
  <cp:lastModifiedBy>guy</cp:lastModifiedBy>
  <cp:revision>6</cp:revision>
  <dcterms:created xsi:type="dcterms:W3CDTF">2026-01-12T23:50:42Z</dcterms:created>
  <dcterms:modified xsi:type="dcterms:W3CDTF">2026-01-13T02:31:53Z</dcterms:modified>
</cp:coreProperties>
</file>